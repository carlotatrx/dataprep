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8" r:id="rId1"/>
    <p:sldMasterId id="2147483738" r:id="rId2"/>
    <p:sldMasterId id="2147483793" r:id="rId3"/>
    <p:sldMasterId id="2147483850" r:id="rId4"/>
  </p:sldMasterIdLst>
  <p:notesMasterIdLst>
    <p:notesMasterId r:id="rId26"/>
  </p:notesMasterIdLst>
  <p:handoutMasterIdLst>
    <p:handoutMasterId r:id="rId27"/>
  </p:handoutMasterIdLst>
  <p:sldIdLst>
    <p:sldId id="279" r:id="rId5"/>
    <p:sldId id="268" r:id="rId6"/>
    <p:sldId id="269" r:id="rId7"/>
    <p:sldId id="275" r:id="rId8"/>
    <p:sldId id="270" r:id="rId9"/>
    <p:sldId id="271" r:id="rId10"/>
    <p:sldId id="277" r:id="rId11"/>
    <p:sldId id="257" r:id="rId12"/>
    <p:sldId id="273" r:id="rId13"/>
    <p:sldId id="262" r:id="rId14"/>
    <p:sldId id="261" r:id="rId15"/>
    <p:sldId id="259" r:id="rId16"/>
    <p:sldId id="264" r:id="rId17"/>
    <p:sldId id="265" r:id="rId18"/>
    <p:sldId id="266" r:id="rId19"/>
    <p:sldId id="280" r:id="rId20"/>
    <p:sldId id="263" r:id="rId21"/>
    <p:sldId id="282" r:id="rId22"/>
    <p:sldId id="283" r:id="rId23"/>
    <p:sldId id="267" r:id="rId24"/>
    <p:sldId id="276" r:id="rId25"/>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00"/>
    <a:srgbClr val="E40046"/>
    <a:srgbClr val="FFFFFF"/>
    <a:srgbClr val="FEE0BF"/>
    <a:srgbClr val="BDCCD2"/>
    <a:srgbClr val="4A8796"/>
    <a:srgbClr val="E6002E"/>
    <a:srgbClr val="F4F4F4"/>
    <a:srgbClr val="8E8E8E"/>
    <a:srgbClr val="8DAB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ittlere Formatvorlag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CAF9ED-07DC-4A11-8D7F-57B35C25682E}" styleName="Mittlere Formatvorlage 1 - Akz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0A1B5D5-9B99-4C35-A422-299274C87663}" styleName="Mittlere Formatvorlage 1 - Akz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ittlere Formatvorlage 1 - Akz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40" autoAdjust="0"/>
    <p:restoredTop sz="63024" autoAdjust="0"/>
  </p:normalViewPr>
  <p:slideViewPr>
    <p:cSldViewPr>
      <p:cViewPr varScale="1">
        <p:scale>
          <a:sx n="158" d="100"/>
          <a:sy n="158" d="100"/>
        </p:scale>
        <p:origin x="162" y="264"/>
      </p:cViewPr>
      <p:guideLst/>
    </p:cSldViewPr>
  </p:slideViewPr>
  <p:outlineViewPr>
    <p:cViewPr>
      <p:scale>
        <a:sx n="33" d="100"/>
        <a:sy n="33" d="100"/>
      </p:scale>
      <p:origin x="0" y="-3000"/>
    </p:cViewPr>
  </p:outlineViewPr>
  <p:notesTextViewPr>
    <p:cViewPr>
      <p:scale>
        <a:sx n="3" d="2"/>
        <a:sy n="3" d="2"/>
      </p:scale>
      <p:origin x="0" y="0"/>
    </p:cViewPr>
  </p:notesTextViewPr>
  <p:sorterViewPr>
    <p:cViewPr varScale="1">
      <p:scale>
        <a:sx n="100" d="100"/>
        <a:sy n="100" d="100"/>
      </p:scale>
      <p:origin x="0" y="0"/>
    </p:cViewPr>
  </p:sorterViewPr>
  <p:notesViewPr>
    <p:cSldViewPr showGuides="1">
      <p:cViewPr varScale="1">
        <p:scale>
          <a:sx n="121" d="100"/>
          <a:sy n="121" d="100"/>
        </p:scale>
        <p:origin x="493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umsplatzhalter 2"/>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442B13D9-EE20-4263-A517-453A6CC03581}" type="datetimeFigureOut">
              <a:rPr lang="en-US" smtClean="0"/>
              <a:t>9/14/2026</a:t>
            </a:fld>
            <a:endParaRPr lang="en-US"/>
          </a:p>
        </p:txBody>
      </p:sp>
      <p:sp>
        <p:nvSpPr>
          <p:cNvPr id="4" name="Fußzeilenplatzhalter 3"/>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5" name="Foliennummernplatzhalter 4"/>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34D6EC07-0A99-4547-B3E3-7D82A955BA19}" type="slidenum">
              <a:rPr lang="en-US" smtClean="0"/>
              <a:t>‹#›</a:t>
            </a:fld>
            <a:endParaRPr lang="en-US"/>
          </a:p>
        </p:txBody>
      </p:sp>
    </p:spTree>
    <p:extLst>
      <p:ext uri="{BB962C8B-B14F-4D97-AF65-F5344CB8AC3E}">
        <p14:creationId xmlns:p14="http://schemas.microsoft.com/office/powerpoint/2010/main" val="33914867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de-CH"/>
          </a:p>
        </p:txBody>
      </p:sp>
      <p:sp>
        <p:nvSpPr>
          <p:cNvPr id="3" name="Datumsplatzhalt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C4B9E2E8-0589-406D-8FD1-7B0DBC84FBDE}" type="datetimeFigureOut">
              <a:rPr lang="de-CH" smtClean="0"/>
              <a:t>14.09.2026</a:t>
            </a:fld>
            <a:endParaRPr lang="de-CH"/>
          </a:p>
        </p:txBody>
      </p:sp>
      <p:sp>
        <p:nvSpPr>
          <p:cNvPr id="4" name="Folienbildplatzhalt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de-CH"/>
          </a:p>
        </p:txBody>
      </p:sp>
      <p:sp>
        <p:nvSpPr>
          <p:cNvPr id="5" name="Notizenplatzhalt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de-CH"/>
          </a:p>
        </p:txBody>
      </p:sp>
      <p:sp>
        <p:nvSpPr>
          <p:cNvPr id="7" name="Foliennummernplatzhalt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2E801061-0450-4586-BC97-FCEC15115AD3}" type="slidenum">
              <a:rPr lang="de-CH" smtClean="0"/>
              <a:t>‹#›</a:t>
            </a:fld>
            <a:endParaRPr lang="de-CH"/>
          </a:p>
        </p:txBody>
      </p:sp>
    </p:spTree>
    <p:extLst>
      <p:ext uri="{BB962C8B-B14F-4D97-AF65-F5344CB8AC3E}">
        <p14:creationId xmlns:p14="http://schemas.microsoft.com/office/powerpoint/2010/main" val="91255251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0" i="0" dirty="0">
                <a:solidFill>
                  <a:srgbClr val="000000"/>
                </a:solidFill>
                <a:effectLst/>
                <a:latin typeface="Calibri" panose="020F0502020204030204" pitchFamily="34" charset="0"/>
              </a:rPr>
              <a:t>Hello my name is Carlota Corbella and I am a </a:t>
            </a:r>
            <a:r>
              <a:rPr lang="en-US" sz="1800" b="0" i="0" dirty="0" err="1">
                <a:solidFill>
                  <a:srgbClr val="000000"/>
                </a:solidFill>
                <a:effectLst/>
                <a:latin typeface="Calibri" panose="020F0502020204030204" pitchFamily="34" charset="0"/>
              </a:rPr>
              <a:t>phd</a:t>
            </a:r>
            <a:r>
              <a:rPr lang="en-US" sz="1800" b="0" i="0" dirty="0">
                <a:solidFill>
                  <a:srgbClr val="000000"/>
                </a:solidFill>
                <a:effectLst/>
                <a:latin typeface="Calibri" panose="020F0502020204030204" pitchFamily="34" charset="0"/>
              </a:rPr>
              <a:t> student at the university of Bern. Today I am going to present a dataset that I’ve been working on for almost the past year, and which unifies daily and </a:t>
            </a:r>
            <a:r>
              <a:rPr lang="en-US" sz="1800" b="0" i="0" dirty="0" err="1">
                <a:solidFill>
                  <a:srgbClr val="000000"/>
                </a:solidFill>
                <a:effectLst/>
                <a:latin typeface="Calibri" panose="020F0502020204030204" pitchFamily="34" charset="0"/>
              </a:rPr>
              <a:t>subdaily</a:t>
            </a:r>
            <a:r>
              <a:rPr lang="en-US" sz="1800" b="0" i="0" dirty="0">
                <a:solidFill>
                  <a:srgbClr val="000000"/>
                </a:solidFill>
                <a:effectLst/>
                <a:latin typeface="Calibri" panose="020F0502020204030204" pitchFamily="34" charset="0"/>
              </a:rPr>
              <a:t> weather observations across Europe before the 20</a:t>
            </a:r>
            <a:r>
              <a:rPr lang="en-US" sz="1800" b="0" i="0" baseline="30000" dirty="0">
                <a:solidFill>
                  <a:srgbClr val="000000"/>
                </a:solidFill>
                <a:effectLst/>
                <a:latin typeface="Calibri" panose="020F0502020204030204" pitchFamily="34" charset="0"/>
              </a:rPr>
              <a:t>th</a:t>
            </a:r>
            <a:r>
              <a:rPr lang="en-US" sz="1800" b="0" i="0" dirty="0">
                <a:solidFill>
                  <a:srgbClr val="000000"/>
                </a:solidFill>
                <a:effectLst/>
                <a:latin typeface="Calibri" panose="020F0502020204030204" pitchFamily="34" charset="0"/>
              </a:rPr>
              <a:t> century. </a:t>
            </a:r>
            <a:endParaRPr lang="en-US" b="0" i="0" dirty="0">
              <a:effectLst/>
            </a:endParaRPr>
          </a:p>
          <a:p>
            <a:pPr algn="l" rtl="0" fontAlgn="base"/>
            <a:r>
              <a:rPr lang="en-US" sz="1800" b="0" i="0" dirty="0">
                <a:solidFill>
                  <a:srgbClr val="000000"/>
                </a:solidFill>
                <a:effectLst/>
                <a:latin typeface="Calibri" panose="020F0502020204030204" pitchFamily="34" charset="0"/>
              </a:rPr>
              <a:t>As you've been hearing throughout this session, these observations exist, but they're scattered across archives, national services, and old publications. HIST-DAILY hopefully brings them together into a single standardized dataset, building on exactly the kind of rescue work many of you are presenting today. </a:t>
            </a:r>
            <a:endParaRPr lang="en-US" b="0" i="0" dirty="0">
              <a:effectLst/>
            </a:endParaRPr>
          </a:p>
        </p:txBody>
      </p:sp>
      <p:sp>
        <p:nvSpPr>
          <p:cNvPr id="4" name="Slide Number Placeholder 3"/>
          <p:cNvSpPr>
            <a:spLocks noGrp="1"/>
          </p:cNvSpPr>
          <p:nvPr>
            <p:ph type="sldNum" sz="quarter" idx="5"/>
          </p:nvPr>
        </p:nvSpPr>
        <p:spPr/>
        <p:txBody>
          <a:bodyPr/>
          <a:lstStyle/>
          <a:p>
            <a:fld id="{2E801061-0450-4586-BC97-FCEC15115AD3}" type="slidenum">
              <a:rPr lang="de-CH" smtClean="0"/>
              <a:t>1</a:t>
            </a:fld>
            <a:endParaRPr lang="de-CH"/>
          </a:p>
        </p:txBody>
      </p:sp>
    </p:spTree>
    <p:extLst>
      <p:ext uri="{BB962C8B-B14F-4D97-AF65-F5344CB8AC3E}">
        <p14:creationId xmlns:p14="http://schemas.microsoft.com/office/powerpoint/2010/main" val="1399789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0" i="0" dirty="0">
                <a:solidFill>
                  <a:srgbClr val="000000"/>
                </a:solidFill>
                <a:effectLst/>
                <a:latin typeface="Calibri" panose="020F0502020204030204" pitchFamily="34" charset="0"/>
              </a:rPr>
              <a:t>First, why do we need daily data if Monthly databases already give us a lot? I’ll go over this quickly, as many of you don’t need convincing. But let me show you what monthly data alone can miss. Here’s the temperature of Padua through the 1830s. </a:t>
            </a:r>
            <a:endParaRPr lang="en-US" b="0" i="0" dirty="0">
              <a:effectLst/>
            </a:endParaRPr>
          </a:p>
        </p:txBody>
      </p:sp>
      <p:sp>
        <p:nvSpPr>
          <p:cNvPr id="4" name="Slide Number Placeholder 3"/>
          <p:cNvSpPr>
            <a:spLocks noGrp="1"/>
          </p:cNvSpPr>
          <p:nvPr>
            <p:ph type="sldNum" sz="quarter" idx="5"/>
          </p:nvPr>
        </p:nvSpPr>
        <p:spPr/>
        <p:txBody>
          <a:bodyPr/>
          <a:lstStyle/>
          <a:p>
            <a:fld id="{2E801061-0450-4586-BC97-FCEC15115AD3}" type="slidenum">
              <a:rPr lang="de-CH" smtClean="0"/>
              <a:t>2</a:t>
            </a:fld>
            <a:endParaRPr lang="de-CH"/>
          </a:p>
        </p:txBody>
      </p:sp>
    </p:spTree>
    <p:extLst>
      <p:ext uri="{BB962C8B-B14F-4D97-AF65-F5344CB8AC3E}">
        <p14:creationId xmlns:p14="http://schemas.microsoft.com/office/powerpoint/2010/main" val="2724636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0" i="0" dirty="0">
                <a:solidFill>
                  <a:srgbClr val="000000"/>
                </a:solidFill>
                <a:effectLst/>
                <a:latin typeface="Calibri" panose="020F0502020204030204" pitchFamily="34" charset="0"/>
              </a:rPr>
              <a:t>Only once, in January 1830, did the monthly mean temperature drop below freezing. </a:t>
            </a:r>
            <a:endParaRPr lang="en-US" b="0" i="0" dirty="0">
              <a:effectLst/>
            </a:endParaRPr>
          </a:p>
        </p:txBody>
      </p:sp>
      <p:sp>
        <p:nvSpPr>
          <p:cNvPr id="4" name="Slide Number Placeholder 3"/>
          <p:cNvSpPr>
            <a:spLocks noGrp="1"/>
          </p:cNvSpPr>
          <p:nvPr>
            <p:ph type="sldNum" sz="quarter" idx="5"/>
          </p:nvPr>
        </p:nvSpPr>
        <p:spPr/>
        <p:txBody>
          <a:bodyPr/>
          <a:lstStyle/>
          <a:p>
            <a:fld id="{2E801061-0450-4586-BC97-FCEC15115AD3}" type="slidenum">
              <a:rPr lang="de-CH" smtClean="0"/>
              <a:t>3</a:t>
            </a:fld>
            <a:endParaRPr lang="de-CH"/>
          </a:p>
        </p:txBody>
      </p:sp>
    </p:spTree>
    <p:extLst>
      <p:ext uri="{BB962C8B-B14F-4D97-AF65-F5344CB8AC3E}">
        <p14:creationId xmlns:p14="http://schemas.microsoft.com/office/powerpoint/2010/main" val="3712823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0" i="0" dirty="0">
                <a:solidFill>
                  <a:srgbClr val="000000"/>
                </a:solidFill>
                <a:effectLst/>
                <a:latin typeface="Calibri" panose="020F0502020204030204" pitchFamily="34" charset="0"/>
              </a:rPr>
              <a:t>That single cold month stands out. But at monthly resolution, that’s all we see: one cold dot. </a:t>
            </a:r>
            <a:endParaRPr lang="en-US" b="0" i="0" dirty="0">
              <a:effectLst/>
            </a:endParaRPr>
          </a:p>
          <a:p>
            <a:endParaRPr lang="LID4096" dirty="0"/>
          </a:p>
        </p:txBody>
      </p:sp>
      <p:sp>
        <p:nvSpPr>
          <p:cNvPr id="4" name="Slide Number Placeholder 3"/>
          <p:cNvSpPr>
            <a:spLocks noGrp="1"/>
          </p:cNvSpPr>
          <p:nvPr>
            <p:ph type="sldNum" sz="quarter" idx="5"/>
          </p:nvPr>
        </p:nvSpPr>
        <p:spPr/>
        <p:txBody>
          <a:bodyPr/>
          <a:lstStyle/>
          <a:p>
            <a:fld id="{2E801061-0450-4586-BC97-FCEC15115AD3}" type="slidenum">
              <a:rPr lang="de-CH" smtClean="0"/>
              <a:t>4</a:t>
            </a:fld>
            <a:endParaRPr lang="de-CH"/>
          </a:p>
        </p:txBody>
      </p:sp>
    </p:spTree>
    <p:extLst>
      <p:ext uri="{BB962C8B-B14F-4D97-AF65-F5344CB8AC3E}">
        <p14:creationId xmlns:p14="http://schemas.microsoft.com/office/powerpoint/2010/main" val="773844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0" i="0" dirty="0">
                <a:solidFill>
                  <a:srgbClr val="000000"/>
                </a:solidFill>
                <a:effectLst/>
                <a:latin typeface="Calibri" panose="020F0502020204030204" pitchFamily="34" charset="0"/>
              </a:rPr>
              <a:t>When we superimpose the daily data, we see a different story, with days that swing well above or below the monthly mean. </a:t>
            </a:r>
            <a:endParaRPr lang="en-US" b="0" i="0" dirty="0">
              <a:effectLst/>
            </a:endParaRPr>
          </a:p>
        </p:txBody>
      </p:sp>
      <p:sp>
        <p:nvSpPr>
          <p:cNvPr id="4" name="Slide Number Placeholder 3"/>
          <p:cNvSpPr>
            <a:spLocks noGrp="1"/>
          </p:cNvSpPr>
          <p:nvPr>
            <p:ph type="sldNum" sz="quarter" idx="5"/>
          </p:nvPr>
        </p:nvSpPr>
        <p:spPr/>
        <p:txBody>
          <a:bodyPr/>
          <a:lstStyle/>
          <a:p>
            <a:fld id="{2E801061-0450-4586-BC97-FCEC15115AD3}" type="slidenum">
              <a:rPr lang="de-CH" smtClean="0"/>
              <a:t>5</a:t>
            </a:fld>
            <a:endParaRPr lang="de-CH"/>
          </a:p>
        </p:txBody>
      </p:sp>
    </p:spTree>
    <p:extLst>
      <p:ext uri="{BB962C8B-B14F-4D97-AF65-F5344CB8AC3E}">
        <p14:creationId xmlns:p14="http://schemas.microsoft.com/office/powerpoint/2010/main" val="504965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0" i="0" dirty="0">
                <a:solidFill>
                  <a:srgbClr val="000000"/>
                </a:solidFill>
                <a:effectLst/>
                <a:latin typeface="Calibri" panose="020F0502020204030204" pitchFamily="34" charset="0"/>
              </a:rPr>
              <a:t>Daily departures from the monthly mean can reach up to 8 degrees. And this is just for temperature, for precipitation for example the effect is more dramatic, since a single flood day is nothing like continuous light rain, even if the monthly totals match. </a:t>
            </a:r>
            <a:endParaRPr lang="en-US" b="0" i="0" dirty="0">
              <a:effectLst/>
            </a:endParaRPr>
          </a:p>
          <a:p>
            <a:pPr algn="l" rtl="0" fontAlgn="base"/>
            <a:r>
              <a:rPr lang="en-US" sz="1800" b="0" i="0" dirty="0">
                <a:solidFill>
                  <a:srgbClr val="000000"/>
                </a:solidFill>
                <a:effectLst/>
                <a:latin typeface="Calibri" panose="020F0502020204030204" pitchFamily="34" charset="0"/>
              </a:rPr>
              <a:t>But HIST-DAILY doesn’t only provide daily data, more than half of our series are </a:t>
            </a:r>
            <a:r>
              <a:rPr lang="en-US" sz="1800" b="0" i="0" dirty="0" err="1">
                <a:solidFill>
                  <a:srgbClr val="000000"/>
                </a:solidFill>
                <a:effectLst/>
                <a:latin typeface="Calibri" panose="020F0502020204030204" pitchFamily="34" charset="0"/>
              </a:rPr>
              <a:t>subdaily</a:t>
            </a:r>
            <a:r>
              <a:rPr lang="en-US" sz="1800" b="0" i="0" dirty="0">
                <a:solidFill>
                  <a:srgbClr val="000000"/>
                </a:solidFill>
                <a:effectLst/>
                <a:latin typeface="Calibri" panose="020F0502020204030204" pitchFamily="34" charset="0"/>
              </a:rPr>
              <a:t>. Let’s take the cold winter of 1829/1830 for example. </a:t>
            </a:r>
            <a:endParaRPr lang="en-US" b="0" i="0" dirty="0">
              <a:effectLst/>
            </a:endParaRPr>
          </a:p>
        </p:txBody>
      </p:sp>
      <p:sp>
        <p:nvSpPr>
          <p:cNvPr id="4" name="Slide Number Placeholder 3"/>
          <p:cNvSpPr>
            <a:spLocks noGrp="1"/>
          </p:cNvSpPr>
          <p:nvPr>
            <p:ph type="sldNum" sz="quarter" idx="5"/>
          </p:nvPr>
        </p:nvSpPr>
        <p:spPr/>
        <p:txBody>
          <a:bodyPr/>
          <a:lstStyle/>
          <a:p>
            <a:fld id="{2E801061-0450-4586-BC97-FCEC15115AD3}" type="slidenum">
              <a:rPr lang="de-CH" smtClean="0"/>
              <a:t>6</a:t>
            </a:fld>
            <a:endParaRPr lang="de-CH"/>
          </a:p>
        </p:txBody>
      </p:sp>
    </p:spTree>
    <p:extLst>
      <p:ext uri="{BB962C8B-B14F-4D97-AF65-F5344CB8AC3E}">
        <p14:creationId xmlns:p14="http://schemas.microsoft.com/office/powerpoint/2010/main" val="162907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0" i="0" dirty="0">
                <a:solidFill>
                  <a:srgbClr val="000000"/>
                </a:solidFill>
                <a:effectLst/>
                <a:latin typeface="Calibri" panose="020F0502020204030204" pitchFamily="34" charset="0"/>
              </a:rPr>
              <a:t>In this graph the daily means are shown as bars, and the sub-daily observations as the line. Looking at the data, January wasn't simply a cold month, we can see what appears to be two pronounced cold spells separated by a brief recovery. The sub-daily observations reveal the within-day structure. Temperatures dropped to -16°C but the </a:t>
            </a:r>
            <a:r>
              <a:rPr lang="en-US" sz="1800" b="0" i="0" dirty="0" err="1">
                <a:solidFill>
                  <a:srgbClr val="000000"/>
                </a:solidFill>
                <a:effectLst/>
                <a:latin typeface="Calibri" panose="020F0502020204030204" pitchFamily="34" charset="0"/>
              </a:rPr>
              <a:t>dirunal</a:t>
            </a:r>
            <a:r>
              <a:rPr lang="en-US" sz="1800" b="0" i="0" dirty="0">
                <a:solidFill>
                  <a:srgbClr val="000000"/>
                </a:solidFill>
                <a:effectLst/>
                <a:latin typeface="Calibri" panose="020F0502020204030204" pitchFamily="34" charset="0"/>
              </a:rPr>
              <a:t> cycle was preserved. This kind of structure is invisible at monthly resolution, so without daily data we would never know whether the cold was sustained, episodic, or how the events were separated in time. </a:t>
            </a:r>
            <a:endParaRPr lang="en-US" b="0" i="0" dirty="0">
              <a:effectLst/>
            </a:endParaRPr>
          </a:p>
        </p:txBody>
      </p:sp>
      <p:sp>
        <p:nvSpPr>
          <p:cNvPr id="4" name="Slide Number Placeholder 3"/>
          <p:cNvSpPr>
            <a:spLocks noGrp="1"/>
          </p:cNvSpPr>
          <p:nvPr>
            <p:ph type="sldNum" sz="quarter" idx="5"/>
          </p:nvPr>
        </p:nvSpPr>
        <p:spPr/>
        <p:txBody>
          <a:bodyPr/>
          <a:lstStyle/>
          <a:p>
            <a:fld id="{2E801061-0450-4586-BC97-FCEC15115AD3}" type="slidenum">
              <a:rPr lang="de-CH" smtClean="0"/>
              <a:t>7</a:t>
            </a:fld>
            <a:endParaRPr lang="de-CH"/>
          </a:p>
        </p:txBody>
      </p:sp>
    </p:spTree>
    <p:extLst>
      <p:ext uri="{BB962C8B-B14F-4D97-AF65-F5344CB8AC3E}">
        <p14:creationId xmlns:p14="http://schemas.microsoft.com/office/powerpoint/2010/main" val="12106365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0" i="0" dirty="0">
                <a:solidFill>
                  <a:srgbClr val="000000"/>
                </a:solidFill>
                <a:effectLst/>
                <a:latin typeface="Calibri" panose="020F0502020204030204" pitchFamily="34" charset="0"/>
              </a:rPr>
              <a:t>So let me show you what’s in HIST-DAILY first, and then walk through how we built the database.  </a:t>
            </a:r>
            <a:endParaRPr lang="en-US" b="0" i="0" dirty="0">
              <a:effectLst/>
            </a:endParaRPr>
          </a:p>
          <a:p>
            <a:pPr algn="l" rtl="0" fontAlgn="base"/>
            <a:r>
              <a:rPr lang="en-US" sz="1800" b="0" i="0" dirty="0">
                <a:solidFill>
                  <a:srgbClr val="000000"/>
                </a:solidFill>
                <a:effectLst/>
                <a:latin typeface="Calibri" panose="020F0502020204030204" pitchFamily="34" charset="0"/>
              </a:rPr>
              <a:t>We collected data from 88 sources, both already published and not yet published. In total, more than 1800 series. </a:t>
            </a:r>
            <a:endParaRPr lang="en-US" b="0" i="0" dirty="0">
              <a:effectLst/>
            </a:endParaRPr>
          </a:p>
        </p:txBody>
      </p:sp>
      <p:sp>
        <p:nvSpPr>
          <p:cNvPr id="4" name="Slide Number Placeholder 3"/>
          <p:cNvSpPr>
            <a:spLocks noGrp="1"/>
          </p:cNvSpPr>
          <p:nvPr>
            <p:ph type="sldNum" sz="quarter" idx="5"/>
          </p:nvPr>
        </p:nvSpPr>
        <p:spPr/>
        <p:txBody>
          <a:bodyPr/>
          <a:lstStyle/>
          <a:p>
            <a:fld id="{2E801061-0450-4586-BC97-FCEC15115AD3}" type="slidenum">
              <a:rPr lang="de-CH" smtClean="0"/>
              <a:t>8</a:t>
            </a:fld>
            <a:endParaRPr lang="de-CH"/>
          </a:p>
        </p:txBody>
      </p:sp>
    </p:spTree>
    <p:extLst>
      <p:ext uri="{BB962C8B-B14F-4D97-AF65-F5344CB8AC3E}">
        <p14:creationId xmlns:p14="http://schemas.microsoft.com/office/powerpoint/2010/main" val="12695761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0" i="0" dirty="0">
                <a:solidFill>
                  <a:srgbClr val="000000"/>
                </a:solidFill>
                <a:effectLst/>
                <a:latin typeface="Calibri" panose="020F0502020204030204" pitchFamily="34" charset="0"/>
              </a:rPr>
              <a:t>The focus has been on pressure and temperature, the most widely recorded variables. But we’ve also included non-instrumental observations such as wind direction. A key strength of HIST-DAILY is that for many sites we provide multiple variables together, which enables studies of compound events and the synoptic dynamics behind them. </a:t>
            </a:r>
          </a:p>
          <a:p>
            <a:pPr algn="l" rtl="0" fontAlgn="base"/>
            <a:endParaRPr lang="en-US" sz="1800" b="0" i="0" dirty="0">
              <a:solidFill>
                <a:srgbClr val="000000"/>
              </a:solidFill>
              <a:effectLst/>
              <a:latin typeface="Calibri" panose="020F0502020204030204" pitchFamily="34" charset="0"/>
            </a:endParaRPr>
          </a:p>
          <a:p>
            <a:pPr algn="l" rtl="0" fontAlgn="base"/>
            <a:r>
              <a:rPr lang="en-US" sz="1800" b="0" i="0" dirty="0">
                <a:solidFill>
                  <a:srgbClr val="000000"/>
                </a:solidFill>
                <a:effectLst/>
                <a:latin typeface="Calibri" panose="020F0502020204030204" pitchFamily="34" charset="0"/>
              </a:rPr>
              <a:t>These are 420 series from </a:t>
            </a:r>
            <a:r>
              <a:rPr lang="en-US" sz="1800" b="0" i="0" dirty="0" err="1">
                <a:solidFill>
                  <a:srgbClr val="000000"/>
                </a:solidFill>
                <a:effectLst/>
                <a:latin typeface="Calibri" panose="020F0502020204030204" pitchFamily="34" charset="0"/>
              </a:rPr>
              <a:t>UniBern</a:t>
            </a:r>
            <a:r>
              <a:rPr lang="en-US" sz="1800" b="0" i="0" dirty="0">
                <a:solidFill>
                  <a:srgbClr val="000000"/>
                </a:solidFill>
                <a:effectLst/>
                <a:latin typeface="Calibri" panose="020F0502020204030204" pitchFamily="34" charset="0"/>
              </a:rPr>
              <a:t> + 42 series from collaborators </a:t>
            </a:r>
            <a:r>
              <a:rPr lang="en-US" sz="1800" b="0" i="0" dirty="0">
                <a:solidFill>
                  <a:srgbClr val="000000"/>
                </a:solidFill>
                <a:effectLst/>
                <a:latin typeface="Calibri" panose="020F0502020204030204" pitchFamily="34" charset="0"/>
                <a:sym typeface="Wingdings" panose="05000000000000000000" pitchFamily="2" charset="2"/>
              </a:rPr>
              <a:t> total of 26% series published here for the first time.</a:t>
            </a:r>
            <a:endParaRPr lang="en-US" b="0" i="0" dirty="0">
              <a:effectLst/>
            </a:endParaRPr>
          </a:p>
          <a:p>
            <a:pPr algn="l" rtl="0" fontAlgn="base"/>
            <a:r>
              <a:rPr lang="en-US" b="0" i="0" dirty="0">
                <a:effectLst/>
              </a:rPr>
              <a:t>  → 88 distinct sources feed into HIST-DAILY.</a:t>
            </a:r>
          </a:p>
          <a:p>
            <a:pPr algn="l" rtl="0" fontAlgn="base"/>
            <a:endParaRPr lang="en-US" b="0" i="0" dirty="0">
              <a:effectLst/>
            </a:endParaRPr>
          </a:p>
          <a:p>
            <a:pPr algn="l" rtl="0" fontAlgn="base"/>
            <a:r>
              <a:rPr lang="en-US" b="0" i="0" dirty="0">
                <a:effectLst/>
              </a:rPr>
              <a:t>  Of these:</a:t>
            </a:r>
          </a:p>
          <a:p>
            <a:pPr algn="l" rtl="0" fontAlgn="base"/>
            <a:r>
              <a:rPr lang="en-US" b="0" i="0" dirty="0">
                <a:effectLst/>
              </a:rPr>
              <a:t>  - 33 sources contribute 5+ series each — these are the large institutional/project</a:t>
            </a:r>
          </a:p>
          <a:p>
            <a:pPr algn="l" rtl="0" fontAlgn="base"/>
            <a:r>
              <a:rPr lang="en-US" b="0" i="0" dirty="0">
                <a:effectLst/>
              </a:rPr>
              <a:t>    providers (PALAEO-RA, DWR_UKMO, GHCN-D, CHIMES, GCOS, KNMI, UA-UHMI, ECA&amp;D, CRU,</a:t>
            </a:r>
          </a:p>
          <a:p>
            <a:pPr algn="l" rtl="0" fontAlgn="base"/>
            <a:r>
              <a:rPr lang="en-US" b="0" i="0" dirty="0">
                <a:effectLst/>
              </a:rPr>
              <a:t>    </a:t>
            </a:r>
            <a:r>
              <a:rPr lang="en-US" b="0" i="0" dirty="0" err="1">
                <a:effectLst/>
              </a:rPr>
              <a:t>WeaR</a:t>
            </a:r>
            <a:r>
              <a:rPr lang="en-US" b="0" i="0" dirty="0">
                <a:effectLst/>
              </a:rPr>
              <a:t>, EMULATE, </a:t>
            </a:r>
            <a:r>
              <a:rPr lang="en-US" b="0" i="0" dirty="0" err="1">
                <a:effectLst/>
              </a:rPr>
              <a:t>DigiHom</a:t>
            </a:r>
            <a:r>
              <a:rPr lang="en-US" b="0" i="0" dirty="0">
                <a:effectLst/>
              </a:rPr>
              <a:t>, DWD, IMPROVE, SMI, etc.) plus a handful of substantial</a:t>
            </a:r>
          </a:p>
          <a:p>
            <a:pPr algn="l" rtl="0" fontAlgn="base"/>
            <a:r>
              <a:rPr lang="en-US" b="0" i="0" dirty="0">
                <a:effectLst/>
              </a:rPr>
              <a:t>    individually-contributed datasets (Mateus et al. 2020 for Ireland, Vaquero et al.</a:t>
            </a:r>
          </a:p>
          <a:p>
            <a:pPr algn="l" rtl="0" fontAlgn="base"/>
            <a:r>
              <a:rPr lang="en-US" b="0" i="0" dirty="0">
                <a:effectLst/>
              </a:rPr>
              <a:t>    2020 PANGAEA, </a:t>
            </a:r>
            <a:r>
              <a:rPr lang="en-US" b="0" i="0" dirty="0" err="1">
                <a:effectLst/>
              </a:rPr>
              <a:t>Cornes</a:t>
            </a:r>
            <a:r>
              <a:rPr lang="en-US" b="0" i="0" dirty="0">
                <a:effectLst/>
              </a:rPr>
              <a:t> </a:t>
            </a:r>
            <a:r>
              <a:rPr lang="en-US" b="0" i="0" dirty="0" err="1">
                <a:effectLst/>
              </a:rPr>
              <a:t>figshare</a:t>
            </a:r>
            <a:r>
              <a:rPr lang="en-US" b="0" i="0" dirty="0">
                <a:effectLst/>
              </a:rPr>
              <a:t>, the Walter </a:t>
            </a:r>
            <a:r>
              <a:rPr lang="en-US" b="0" i="0" dirty="0" err="1">
                <a:effectLst/>
              </a:rPr>
              <a:t>Lenke</a:t>
            </a:r>
            <a:r>
              <a:rPr lang="en-US" b="0" i="0" dirty="0">
                <a:effectLst/>
              </a:rPr>
              <a:t> 1708/09 study, etc.)</a:t>
            </a:r>
          </a:p>
          <a:p>
            <a:pPr algn="l" rtl="0" fontAlgn="base"/>
            <a:r>
              <a:rPr lang="en-US" b="0" i="0" dirty="0">
                <a:effectLst/>
              </a:rPr>
              <a:t>  - 55 sources contribute fewer than 5 series each — almost all</a:t>
            </a:r>
          </a:p>
          <a:p>
            <a:pPr algn="l" rtl="0" fontAlgn="base"/>
            <a:r>
              <a:rPr lang="en-US" b="0" i="0" dirty="0">
                <a:effectLst/>
              </a:rPr>
              <a:t>    individually-contributed literature citations, historical newspapers/archives (e.g.</a:t>
            </a:r>
          </a:p>
          <a:p>
            <a:pPr algn="l" rtl="0" fontAlgn="base"/>
            <a:r>
              <a:rPr lang="en-US" b="0" i="0" dirty="0">
                <a:effectLst/>
              </a:rPr>
              <a:t>    several digitized Cádiz/Sevilla/Granada periodicals), or single-station personal</a:t>
            </a:r>
          </a:p>
          <a:p>
            <a:pPr algn="l" rtl="0" fontAlgn="base"/>
            <a:r>
              <a:rPr lang="en-US" b="0" i="0" dirty="0">
                <a:effectLst/>
              </a:rPr>
              <a:t>    contributions.</a:t>
            </a:r>
          </a:p>
        </p:txBody>
      </p:sp>
      <p:sp>
        <p:nvSpPr>
          <p:cNvPr id="4" name="Slide Number Placeholder 3"/>
          <p:cNvSpPr>
            <a:spLocks noGrp="1"/>
          </p:cNvSpPr>
          <p:nvPr>
            <p:ph type="sldNum" sz="quarter" idx="5"/>
          </p:nvPr>
        </p:nvSpPr>
        <p:spPr/>
        <p:txBody>
          <a:bodyPr/>
          <a:lstStyle/>
          <a:p>
            <a:fld id="{2E801061-0450-4586-BC97-FCEC15115AD3}" type="slidenum">
              <a:rPr lang="de-CH" smtClean="0"/>
              <a:t>9</a:t>
            </a:fld>
            <a:endParaRPr lang="de-CH"/>
          </a:p>
        </p:txBody>
      </p:sp>
    </p:spTree>
    <p:extLst>
      <p:ext uri="{BB962C8B-B14F-4D97-AF65-F5344CB8AC3E}">
        <p14:creationId xmlns:p14="http://schemas.microsoft.com/office/powerpoint/2010/main" val="15956178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0" i="0" dirty="0">
                <a:solidFill>
                  <a:srgbClr val="000000"/>
                </a:solidFill>
                <a:effectLst/>
                <a:latin typeface="Calibri" panose="020F0502020204030204" pitchFamily="34" charset="0"/>
              </a:rPr>
              <a:t> This figure shows how the available network evolves over time. Keep in mind that this is what has been digitized and collected, and many more records exist in archives that haven’t yet been rescued. A few features stand out. First, the peak in the 1780s is from the Palatine Society, a coordinated European observing network with standardized instruments.  Then a long gap through much of the early 19</a:t>
            </a:r>
            <a:r>
              <a:rPr lang="en-US" sz="1800" b="0" i="0" baseline="30000" dirty="0">
                <a:solidFill>
                  <a:srgbClr val="000000"/>
                </a:solidFill>
                <a:effectLst/>
                <a:latin typeface="Calibri" panose="020F0502020204030204" pitchFamily="34" charset="0"/>
              </a:rPr>
              <a:t>th</a:t>
            </a:r>
            <a:r>
              <a:rPr lang="en-US" sz="1800" b="0" i="0" dirty="0">
                <a:solidFill>
                  <a:srgbClr val="000000"/>
                </a:solidFill>
                <a:effectLst/>
                <a:latin typeface="Calibri" panose="020F0502020204030204" pitchFamily="34" charset="0"/>
              </a:rPr>
              <a:t> century. From the mid-19</a:t>
            </a:r>
            <a:r>
              <a:rPr lang="en-US" sz="1800" b="0" i="0" baseline="30000" dirty="0">
                <a:solidFill>
                  <a:srgbClr val="000000"/>
                </a:solidFill>
                <a:effectLst/>
                <a:latin typeface="Calibri" panose="020F0502020204030204" pitchFamily="34" charset="0"/>
              </a:rPr>
              <a:t>th</a:t>
            </a:r>
            <a:r>
              <a:rPr lang="en-US" sz="1800" b="0" i="0" dirty="0">
                <a:solidFill>
                  <a:srgbClr val="000000"/>
                </a:solidFill>
                <a:effectLst/>
                <a:latin typeface="Calibri" panose="020F0502020204030204" pitchFamily="34" charset="0"/>
              </a:rPr>
              <a:t> century onward, national meteorological services began to be established, and the network grows steadily. </a:t>
            </a:r>
            <a:endParaRPr lang="en-US" b="0" i="0" dirty="0">
              <a:effectLst/>
            </a:endParaRPr>
          </a:p>
          <a:p>
            <a:endParaRPr lang="en-US" dirty="0"/>
          </a:p>
          <a:p>
            <a:r>
              <a:rPr lang="en-US" dirty="0"/>
              <a:t>## </a:t>
            </a:r>
          </a:p>
          <a:p>
            <a:r>
              <a:rPr lang="en-US" dirty="0"/>
              <a:t>NO: Spike in Palatine Society </a:t>
            </a:r>
            <a:r>
              <a:rPr lang="en-US" dirty="0">
                <a:sym typeface="Wingdings" panose="05000000000000000000" pitchFamily="2" charset="2"/>
              </a:rPr>
              <a:t> except for 1780, when funding was cut and only 1/</a:t>
            </a:r>
            <a:r>
              <a:rPr lang="en-US" dirty="0" err="1">
                <a:sym typeface="Wingdings" panose="05000000000000000000" pitchFamily="2" charset="2"/>
              </a:rPr>
              <a:t>obs</a:t>
            </a:r>
            <a:r>
              <a:rPr lang="en-US" dirty="0">
                <a:sym typeface="Wingdings" panose="05000000000000000000" pitchFamily="2" charset="2"/>
              </a:rPr>
              <a:t> per day or simply missing </a:t>
            </a:r>
            <a:r>
              <a:rPr lang="en-US" dirty="0" err="1">
                <a:sym typeface="Wingdings" panose="05000000000000000000" pitchFamily="2" charset="2"/>
              </a:rPr>
              <a:t>obs</a:t>
            </a:r>
            <a:r>
              <a:rPr lang="en-US" dirty="0">
                <a:sym typeface="Wingdings" panose="05000000000000000000" pitchFamily="2" charset="2"/>
              </a:rPr>
              <a:t> during that time. This effort is digitized by </a:t>
            </a:r>
            <a:r>
              <a:rPr lang="en-US" dirty="0" err="1">
                <a:sym typeface="Wingdings" panose="05000000000000000000" pitchFamily="2" charset="2"/>
              </a:rPr>
              <a:t>unibern</a:t>
            </a:r>
            <a:r>
              <a:rPr lang="en-US" dirty="0">
                <a:sym typeface="Wingdings" panose="05000000000000000000" pitchFamily="2" charset="2"/>
              </a:rPr>
              <a:t> within the PALAEO-RA and </a:t>
            </a:r>
            <a:r>
              <a:rPr lang="en-US" dirty="0" err="1">
                <a:sym typeface="Wingdings" panose="05000000000000000000" pitchFamily="2" charset="2"/>
              </a:rPr>
              <a:t>WeaR</a:t>
            </a:r>
            <a:r>
              <a:rPr lang="en-US" dirty="0">
                <a:sym typeface="Wingdings" panose="05000000000000000000" pitchFamily="2" charset="2"/>
              </a:rPr>
              <a:t> projects.</a:t>
            </a:r>
            <a:endParaRPr lang="en-US" dirty="0"/>
          </a:p>
          <a:p>
            <a:r>
              <a:rPr lang="en-US" dirty="0"/>
              <a:t>Spike 1860s that only last for this time (pressure, temperature): DWR_UKMO (i.e. WRDv2-2 from Ed Hawkins), UA-UHMI, EMOSSv2 (Early Meteorological Observations from Southern Spain). ECA&amp;D, MEDARE (the Mediterranean climate Data Rescue), EMULATE (</a:t>
            </a:r>
            <a:r>
              <a:rPr lang="en-US" dirty="0" err="1"/>
              <a:t>metofficeUK</a:t>
            </a:r>
            <a:r>
              <a:rPr lang="en-US" dirty="0"/>
              <a:t>), CRU (climate research unit) last for longer.</a:t>
            </a:r>
          </a:p>
          <a:p>
            <a:r>
              <a:rPr lang="en-US" dirty="0"/>
              <a:t>Spike 1870s</a:t>
            </a:r>
          </a:p>
          <a:p>
            <a:r>
              <a:rPr lang="en-US" dirty="0"/>
              <a:t>Precipitation is GHCN-D, DWR_UKMO,</a:t>
            </a:r>
          </a:p>
          <a:p>
            <a:r>
              <a:rPr lang="en-US" dirty="0"/>
              <a:t>Tx, Tn is ILMMT</a:t>
            </a:r>
          </a:p>
          <a:p>
            <a:endParaRPr lang="LID4096" dirty="0"/>
          </a:p>
        </p:txBody>
      </p:sp>
      <p:sp>
        <p:nvSpPr>
          <p:cNvPr id="4" name="Slide Number Placeholder 3"/>
          <p:cNvSpPr>
            <a:spLocks noGrp="1"/>
          </p:cNvSpPr>
          <p:nvPr>
            <p:ph type="sldNum" sz="quarter" idx="5"/>
          </p:nvPr>
        </p:nvSpPr>
        <p:spPr/>
        <p:txBody>
          <a:bodyPr/>
          <a:lstStyle/>
          <a:p>
            <a:fld id="{2E801061-0450-4586-BC97-FCEC15115AD3}" type="slidenum">
              <a:rPr lang="de-CH" smtClean="0"/>
              <a:t>10</a:t>
            </a:fld>
            <a:endParaRPr lang="de-CH"/>
          </a:p>
        </p:txBody>
      </p:sp>
    </p:spTree>
    <p:extLst>
      <p:ext uri="{BB962C8B-B14F-4D97-AF65-F5344CB8AC3E}">
        <p14:creationId xmlns:p14="http://schemas.microsoft.com/office/powerpoint/2010/main" val="1009246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0" i="0" dirty="0">
                <a:solidFill>
                  <a:srgbClr val="000000"/>
                </a:solidFill>
                <a:effectLst/>
                <a:latin typeface="Calibri" panose="020F0502020204030204" pitchFamily="34" charset="0"/>
              </a:rPr>
              <a:t>As for the spatial extent, temperature and pressure offer the broadest coverage, from the Iberian Peninsula to Scandinavia and into Russia., Precipitation clusters in the Britain and Ireland and the Alpine area, and wind direction is concentrated in central Europe. Coverage is thinner in </a:t>
            </a:r>
            <a:r>
              <a:rPr lang="en-US" sz="1800" b="0" i="0" dirty="0" err="1">
                <a:solidFill>
                  <a:srgbClr val="000000"/>
                </a:solidFill>
                <a:effectLst/>
                <a:latin typeface="Calibri" panose="020F0502020204030204" pitchFamily="34" charset="0"/>
              </a:rPr>
              <a:t>sourtheastern</a:t>
            </a:r>
            <a:r>
              <a:rPr lang="en-US" sz="1800" b="0" i="0" dirty="0">
                <a:solidFill>
                  <a:srgbClr val="000000"/>
                </a:solidFill>
                <a:effectLst/>
                <a:latin typeface="Calibri" panose="020F0502020204030204" pitchFamily="34" charset="0"/>
              </a:rPr>
              <a:t> Europe and across much of Scandinavia before the mid-19</a:t>
            </a:r>
            <a:r>
              <a:rPr lang="en-US" sz="1800" b="0" i="0" baseline="30000" dirty="0">
                <a:solidFill>
                  <a:srgbClr val="000000"/>
                </a:solidFill>
                <a:effectLst/>
                <a:latin typeface="Calibri" panose="020F0502020204030204" pitchFamily="34" charset="0"/>
              </a:rPr>
              <a:t>th</a:t>
            </a:r>
            <a:r>
              <a:rPr lang="en-US" sz="1800" b="0" i="0" dirty="0">
                <a:solidFill>
                  <a:srgbClr val="000000"/>
                </a:solidFill>
                <a:effectLst/>
                <a:latin typeface="Calibri" panose="020F0502020204030204" pitchFamily="34" charset="0"/>
              </a:rPr>
              <a:t> century. </a:t>
            </a:r>
            <a:endParaRPr lang="en-US" b="0" i="0" dirty="0">
              <a:effectLst/>
            </a:endParaRPr>
          </a:p>
        </p:txBody>
      </p:sp>
      <p:sp>
        <p:nvSpPr>
          <p:cNvPr id="4" name="Slide Number Placeholder 3"/>
          <p:cNvSpPr>
            <a:spLocks noGrp="1"/>
          </p:cNvSpPr>
          <p:nvPr>
            <p:ph type="sldNum" sz="quarter" idx="5"/>
          </p:nvPr>
        </p:nvSpPr>
        <p:spPr/>
        <p:txBody>
          <a:bodyPr/>
          <a:lstStyle/>
          <a:p>
            <a:fld id="{2E801061-0450-4586-BC97-FCEC15115AD3}" type="slidenum">
              <a:rPr lang="de-CH" smtClean="0"/>
              <a:t>11</a:t>
            </a:fld>
            <a:endParaRPr lang="de-CH"/>
          </a:p>
        </p:txBody>
      </p:sp>
    </p:spTree>
    <p:extLst>
      <p:ext uri="{BB962C8B-B14F-4D97-AF65-F5344CB8AC3E}">
        <p14:creationId xmlns:p14="http://schemas.microsoft.com/office/powerpoint/2010/main" val="42565844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walk you through how we built the dataset. We started with two streams of input data.</a:t>
            </a:r>
            <a:endParaRPr lang="LID4096" dirty="0"/>
          </a:p>
        </p:txBody>
      </p:sp>
      <p:sp>
        <p:nvSpPr>
          <p:cNvPr id="4" name="Slide Number Placeholder 3"/>
          <p:cNvSpPr>
            <a:spLocks noGrp="1"/>
          </p:cNvSpPr>
          <p:nvPr>
            <p:ph type="sldNum" sz="quarter" idx="5"/>
          </p:nvPr>
        </p:nvSpPr>
        <p:spPr/>
        <p:txBody>
          <a:bodyPr/>
          <a:lstStyle/>
          <a:p>
            <a:fld id="{2E801061-0450-4586-BC97-FCEC15115AD3}" type="slidenum">
              <a:rPr lang="de-CH" smtClean="0"/>
              <a:t>12</a:t>
            </a:fld>
            <a:endParaRPr lang="de-CH"/>
          </a:p>
        </p:txBody>
      </p:sp>
    </p:spTree>
    <p:extLst>
      <p:ext uri="{BB962C8B-B14F-4D97-AF65-F5344CB8AC3E}">
        <p14:creationId xmlns:p14="http://schemas.microsoft.com/office/powerpoint/2010/main" val="39643370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0" i="0" dirty="0">
                <a:solidFill>
                  <a:srgbClr val="000000"/>
                </a:solidFill>
                <a:effectLst/>
                <a:latin typeface="Calibri" panose="020F0502020204030204" pitchFamily="34" charset="0"/>
              </a:rPr>
              <a:t>The pre-processing step includes unit conversion from historical scales to the international system, time-of-day adjustment and, most crucially for the daily scale, calendar harmonization, as many sources adopted the Gregorian calendar at different points in history. </a:t>
            </a:r>
            <a:endParaRPr lang="en-US" b="0" i="0" dirty="0">
              <a:effectLst/>
            </a:endParaRPr>
          </a:p>
        </p:txBody>
      </p:sp>
      <p:sp>
        <p:nvSpPr>
          <p:cNvPr id="4" name="Slide Number Placeholder 3"/>
          <p:cNvSpPr>
            <a:spLocks noGrp="1"/>
          </p:cNvSpPr>
          <p:nvPr>
            <p:ph type="sldNum" sz="quarter" idx="5"/>
          </p:nvPr>
        </p:nvSpPr>
        <p:spPr/>
        <p:txBody>
          <a:bodyPr/>
          <a:lstStyle/>
          <a:p>
            <a:fld id="{2E801061-0450-4586-BC97-FCEC15115AD3}" type="slidenum">
              <a:rPr lang="de-CH" smtClean="0"/>
              <a:t>13</a:t>
            </a:fld>
            <a:endParaRPr lang="de-CH"/>
          </a:p>
        </p:txBody>
      </p:sp>
    </p:spTree>
    <p:extLst>
      <p:ext uri="{BB962C8B-B14F-4D97-AF65-F5344CB8AC3E}">
        <p14:creationId xmlns:p14="http://schemas.microsoft.com/office/powerpoint/2010/main" val="15773040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0" i="0" dirty="0">
                <a:solidFill>
                  <a:srgbClr val="000000"/>
                </a:solidFill>
                <a:effectLst/>
                <a:latin typeface="Calibri" panose="020F0502020204030204" pitchFamily="34" charset="0"/>
              </a:rPr>
              <a:t>Afterwards, the data were submitted to various quality control steps. When QC tests flagged values, we went back to the original sources, where possible, to distinguish digitization errors from real extremes. Clear errors were corrected, and the process was repeated. Values that couldn’t be verified were flagged but not deleted, thus preserving traceability.  </a:t>
            </a:r>
            <a:endParaRPr lang="en-US" b="0" i="0" dirty="0">
              <a:effectLst/>
            </a:endParaRPr>
          </a:p>
        </p:txBody>
      </p:sp>
      <p:sp>
        <p:nvSpPr>
          <p:cNvPr id="4" name="Slide Number Placeholder 3"/>
          <p:cNvSpPr>
            <a:spLocks noGrp="1"/>
          </p:cNvSpPr>
          <p:nvPr>
            <p:ph type="sldNum" sz="quarter" idx="5"/>
          </p:nvPr>
        </p:nvSpPr>
        <p:spPr/>
        <p:txBody>
          <a:bodyPr/>
          <a:lstStyle/>
          <a:p>
            <a:fld id="{2E801061-0450-4586-BC97-FCEC15115AD3}" type="slidenum">
              <a:rPr lang="de-CH" smtClean="0"/>
              <a:t>14</a:t>
            </a:fld>
            <a:endParaRPr lang="de-CH"/>
          </a:p>
        </p:txBody>
      </p:sp>
    </p:spTree>
    <p:extLst>
      <p:ext uri="{BB962C8B-B14F-4D97-AF65-F5344CB8AC3E}">
        <p14:creationId xmlns:p14="http://schemas.microsoft.com/office/powerpoint/2010/main" val="39123334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0" i="0" dirty="0">
                <a:solidFill>
                  <a:srgbClr val="000000"/>
                </a:solidFill>
                <a:effectLst/>
                <a:latin typeface="Calibri" panose="020F0502020204030204" pitchFamily="34" charset="0"/>
              </a:rPr>
              <a:t>Then, together with rigorous metadata, the final file is produced in the Station Exchange Format, or SEF. </a:t>
            </a:r>
            <a:endParaRPr lang="en-US" b="0" i="0" dirty="0">
              <a:effectLst/>
            </a:endParaRPr>
          </a:p>
        </p:txBody>
      </p:sp>
      <p:sp>
        <p:nvSpPr>
          <p:cNvPr id="4" name="Slide Number Placeholder 3"/>
          <p:cNvSpPr>
            <a:spLocks noGrp="1"/>
          </p:cNvSpPr>
          <p:nvPr>
            <p:ph type="sldNum" sz="quarter" idx="5"/>
          </p:nvPr>
        </p:nvSpPr>
        <p:spPr/>
        <p:txBody>
          <a:bodyPr/>
          <a:lstStyle/>
          <a:p>
            <a:fld id="{2E801061-0450-4586-BC97-FCEC15115AD3}" type="slidenum">
              <a:rPr lang="de-CH" smtClean="0"/>
              <a:t>15</a:t>
            </a:fld>
            <a:endParaRPr lang="de-CH"/>
          </a:p>
        </p:txBody>
      </p:sp>
    </p:spTree>
    <p:extLst>
      <p:ext uri="{BB962C8B-B14F-4D97-AF65-F5344CB8AC3E}">
        <p14:creationId xmlns:p14="http://schemas.microsoft.com/office/powerpoint/2010/main" val="9221251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observed by capuchin </a:t>
            </a:r>
            <a:r>
              <a:rPr lang="en-US" dirty="0" err="1"/>
              <a:t>fraires</a:t>
            </a:r>
            <a:r>
              <a:rPr lang="en-US" dirty="0"/>
              <a:t> 3 times a day.</a:t>
            </a:r>
            <a:endParaRPr lang="LID4096" dirty="0"/>
          </a:p>
        </p:txBody>
      </p:sp>
      <p:sp>
        <p:nvSpPr>
          <p:cNvPr id="4" name="Slide Number Placeholder 3"/>
          <p:cNvSpPr>
            <a:spLocks noGrp="1"/>
          </p:cNvSpPr>
          <p:nvPr>
            <p:ph type="sldNum" sz="quarter" idx="5"/>
          </p:nvPr>
        </p:nvSpPr>
        <p:spPr/>
        <p:txBody>
          <a:bodyPr/>
          <a:lstStyle/>
          <a:p>
            <a:fld id="{2E801061-0450-4586-BC97-FCEC15115AD3}" type="slidenum">
              <a:rPr lang="de-CH" smtClean="0"/>
              <a:t>16</a:t>
            </a:fld>
            <a:endParaRPr lang="de-CH"/>
          </a:p>
        </p:txBody>
      </p:sp>
    </p:spTree>
    <p:extLst>
      <p:ext uri="{BB962C8B-B14F-4D97-AF65-F5344CB8AC3E}">
        <p14:creationId xmlns:p14="http://schemas.microsoft.com/office/powerpoint/2010/main" val="357520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0" i="0" dirty="0">
                <a:solidFill>
                  <a:srgbClr val="000000"/>
                </a:solidFill>
                <a:effectLst/>
                <a:latin typeface="Calibri" panose="020F0502020204030204" pitchFamily="34" charset="0"/>
              </a:rPr>
              <a:t>The SEF files are a tab-separated text format, and it looks like this. A minimal header carries all station metadata, and each row corresponds to one observation with its original value and any corrections documented in the metadata column. The idea is that the dataset will be easy to integrate into reanalysis pipelines and other rescue efforts. </a:t>
            </a:r>
            <a:endParaRPr lang="en-US" b="0" i="0" dirty="0">
              <a:effectLst/>
            </a:endParaRPr>
          </a:p>
        </p:txBody>
      </p:sp>
      <p:sp>
        <p:nvSpPr>
          <p:cNvPr id="4" name="Slide Number Placeholder 3"/>
          <p:cNvSpPr>
            <a:spLocks noGrp="1"/>
          </p:cNvSpPr>
          <p:nvPr>
            <p:ph type="sldNum" sz="quarter" idx="5"/>
          </p:nvPr>
        </p:nvSpPr>
        <p:spPr/>
        <p:txBody>
          <a:bodyPr/>
          <a:lstStyle/>
          <a:p>
            <a:fld id="{2E801061-0450-4586-BC97-FCEC15115AD3}" type="slidenum">
              <a:rPr lang="de-CH" smtClean="0"/>
              <a:t>17</a:t>
            </a:fld>
            <a:endParaRPr lang="de-CH"/>
          </a:p>
        </p:txBody>
      </p:sp>
    </p:spTree>
    <p:extLst>
      <p:ext uri="{BB962C8B-B14F-4D97-AF65-F5344CB8AC3E}">
        <p14:creationId xmlns:p14="http://schemas.microsoft.com/office/powerpoint/2010/main" val="8908773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0" i="0" dirty="0">
                <a:solidFill>
                  <a:srgbClr val="000000"/>
                </a:solidFill>
                <a:effectLst/>
                <a:latin typeface="Calibri" panose="020F0502020204030204" pitchFamily="34" charset="0"/>
              </a:rPr>
              <a:t>Now let’s go for a validation example, the cold winter of 1829/30, one of the coldest winters on record in Europe, that’s the one I showed at the beginning. The top panel shows daily temperature anomalies from five northern Italian stations, compared to the 20</a:t>
            </a:r>
            <a:r>
              <a:rPr lang="en-US" sz="1800" b="0" i="0" baseline="30000" dirty="0">
                <a:solidFill>
                  <a:srgbClr val="000000"/>
                </a:solidFill>
                <a:effectLst/>
                <a:latin typeface="Calibri" panose="020F0502020204030204" pitchFamily="34" charset="0"/>
              </a:rPr>
              <a:t>th</a:t>
            </a:r>
            <a:r>
              <a:rPr lang="en-US" sz="1800" b="0" i="0" dirty="0">
                <a:solidFill>
                  <a:srgbClr val="000000"/>
                </a:solidFill>
                <a:effectLst/>
                <a:latin typeface="Calibri" panose="020F0502020204030204" pitchFamily="34" charset="0"/>
              </a:rPr>
              <a:t> century reanalysis ensemble mean and spread for the corresponding cells. Two things stand out. First, the 5 stations agree remarkably well with each other, which gives us confidence that our quality control preserves real climate signals. Second, the reanalysis follows the observations closely in timing but consistently underestimates the depth of the cold extremes. The bottom panels show this quantitatively, as the observed distribution has heavier cold tails than 20CR reproduces. The panel on the bottom right shows pairwise correlations between the stations, confirming internal consistency across independent records. </a:t>
            </a:r>
            <a:endParaRPr lang="en-US" b="0" i="0" dirty="0">
              <a:effectLst/>
            </a:endParaRPr>
          </a:p>
          <a:p>
            <a:pPr algn="l" rtl="0" fontAlgn="base"/>
            <a:r>
              <a:rPr lang="en-US" sz="1800" b="0" i="0" dirty="0">
                <a:solidFill>
                  <a:srgbClr val="000000"/>
                </a:solidFill>
                <a:effectLst/>
                <a:latin typeface="Calibri" panose="020F0502020204030204" pitchFamily="34" charset="0"/>
              </a:rPr>
              <a:t>This case study shows that HIST-DAILY can capture extremes that current </a:t>
            </a:r>
            <a:r>
              <a:rPr lang="en-US" sz="1800" b="0" i="0" dirty="0" err="1">
                <a:solidFill>
                  <a:srgbClr val="000000"/>
                </a:solidFill>
                <a:effectLst/>
                <a:latin typeface="Calibri" panose="020F0502020204030204" pitchFamily="34" charset="0"/>
              </a:rPr>
              <a:t>reanalyses</a:t>
            </a:r>
            <a:r>
              <a:rPr lang="en-US" sz="1800" b="0" i="0" dirty="0">
                <a:solidFill>
                  <a:srgbClr val="000000"/>
                </a:solidFill>
                <a:effectLst/>
                <a:latin typeface="Calibri" panose="020F0502020204030204" pitchFamily="34" charset="0"/>
              </a:rPr>
              <a:t> underestimate, with the kind of information needed to improve them. </a:t>
            </a:r>
            <a:endParaRPr lang="en-US" b="0" i="0" dirty="0">
              <a:effectLst/>
            </a:endParaRPr>
          </a:p>
          <a:p>
            <a:endParaRPr lang="en-US" dirty="0"/>
          </a:p>
          <a:p>
            <a:r>
              <a:rPr lang="en-US" dirty="0"/>
              <a:t>##</a:t>
            </a:r>
          </a:p>
          <a:p>
            <a:r>
              <a:rPr lang="en-US" dirty="0"/>
              <a:t>NO The pressure field for the cold winter 1829/30 indicates a</a:t>
            </a:r>
          </a:p>
          <a:p>
            <a:r>
              <a:rPr lang="en-US" dirty="0"/>
              <a:t>strong blocking of the westerlies connected with a cold temperature pattern. A cold anticyclone with strong</a:t>
            </a:r>
          </a:p>
          <a:p>
            <a:r>
              <a:rPr lang="en-US" dirty="0"/>
              <a:t>northeasterly airflow prevailed over northeastern Europe, connected with advection of cold air masses to</a:t>
            </a:r>
          </a:p>
          <a:p>
            <a:r>
              <a:rPr lang="en-US" dirty="0"/>
              <a:t>Central Europe. The SLP anomalies (dotted lines, 1901–2000 reference period) indicate that the pressure</a:t>
            </a:r>
          </a:p>
          <a:p>
            <a:r>
              <a:rPr lang="en-US" dirty="0"/>
              <a:t>tendency over the Alps was similar to twentieth-century conditions. The highest positive pressure anomalies</a:t>
            </a:r>
          </a:p>
          <a:p>
            <a:r>
              <a:rPr lang="en-US" dirty="0"/>
              <a:t>(more than 10 </a:t>
            </a:r>
            <a:r>
              <a:rPr lang="en-US" dirty="0" err="1"/>
              <a:t>hPa</a:t>
            </a:r>
            <a:r>
              <a:rPr lang="en-US" dirty="0"/>
              <a:t>) are found over Scandinavia.</a:t>
            </a:r>
            <a:endParaRPr lang="LID4096" dirty="0"/>
          </a:p>
        </p:txBody>
      </p:sp>
      <p:sp>
        <p:nvSpPr>
          <p:cNvPr id="4" name="Slide Number Placeholder 3"/>
          <p:cNvSpPr>
            <a:spLocks noGrp="1"/>
          </p:cNvSpPr>
          <p:nvPr>
            <p:ph type="sldNum" sz="quarter" idx="5"/>
          </p:nvPr>
        </p:nvSpPr>
        <p:spPr/>
        <p:txBody>
          <a:bodyPr/>
          <a:lstStyle/>
          <a:p>
            <a:fld id="{2E801061-0450-4586-BC97-FCEC15115AD3}" type="slidenum">
              <a:rPr lang="de-CH" smtClean="0"/>
              <a:t>20</a:t>
            </a:fld>
            <a:endParaRPr lang="de-CH"/>
          </a:p>
        </p:txBody>
      </p:sp>
    </p:spTree>
    <p:extLst>
      <p:ext uri="{BB962C8B-B14F-4D97-AF65-F5344CB8AC3E}">
        <p14:creationId xmlns:p14="http://schemas.microsoft.com/office/powerpoint/2010/main" val="13322178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0" i="0" dirty="0">
                <a:solidFill>
                  <a:srgbClr val="000000"/>
                </a:solidFill>
                <a:effectLst/>
                <a:latin typeface="Calibri" panose="020F0502020204030204" pitchFamily="34" charset="0"/>
              </a:rPr>
              <a:t>To summarize: HIST-DAILY brings together more </a:t>
            </a:r>
            <a:r>
              <a:rPr lang="en-US" sz="1800" b="0" i="0">
                <a:solidFill>
                  <a:srgbClr val="000000"/>
                </a:solidFill>
                <a:effectLst/>
                <a:latin typeface="Calibri" panose="020F0502020204030204" pitchFamily="34" charset="0"/>
              </a:rPr>
              <a:t>than 1,800 </a:t>
            </a:r>
            <a:r>
              <a:rPr lang="en-US" sz="1800" b="0" i="0" dirty="0">
                <a:solidFill>
                  <a:srgbClr val="000000"/>
                </a:solidFill>
                <a:effectLst/>
                <a:latin typeface="Calibri" panose="020F0502020204030204" pitchFamily="34" charset="0"/>
              </a:rPr>
              <a:t>daily and sub-daily series from across Europe before 1900 standardized in SEF format. It combines multiple variables at the same locations, enabling studies of past extreme events and synoptic dynamics that monthly data cannot resolve. Ongoing work focuses on assimilating these observations into reanalysis models to improve our picture of historical weather. The dataset will be available through the BORIS portal at the University of Bern. Thank you — I'm happy to take questions. </a:t>
            </a:r>
            <a:endParaRPr lang="en-US" b="0" i="0" dirty="0">
              <a:effectLst/>
            </a:endParaRPr>
          </a:p>
        </p:txBody>
      </p:sp>
      <p:sp>
        <p:nvSpPr>
          <p:cNvPr id="4" name="Slide Number Placeholder 3"/>
          <p:cNvSpPr>
            <a:spLocks noGrp="1"/>
          </p:cNvSpPr>
          <p:nvPr>
            <p:ph type="sldNum" sz="quarter" idx="5"/>
          </p:nvPr>
        </p:nvSpPr>
        <p:spPr/>
        <p:txBody>
          <a:bodyPr/>
          <a:lstStyle/>
          <a:p>
            <a:fld id="{2E801061-0450-4586-BC97-FCEC15115AD3}" type="slidenum">
              <a:rPr lang="de-CH" smtClean="0"/>
              <a:t>21</a:t>
            </a:fld>
            <a:endParaRPr lang="de-CH"/>
          </a:p>
        </p:txBody>
      </p:sp>
    </p:spTree>
    <p:extLst>
      <p:ext uri="{BB962C8B-B14F-4D97-AF65-F5344CB8AC3E}">
        <p14:creationId xmlns:p14="http://schemas.microsoft.com/office/powerpoint/2010/main" val="20792427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lIns="36000" tIns="36000" rIns="36000" bIns="36000"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«Name der Veranstaltung»</a:t>
            </a:r>
          </a:p>
        </p:txBody>
      </p:sp>
      <p:sp>
        <p:nvSpPr>
          <p:cNvPr id="21" name="Titelplatzhalter 12"/>
          <p:cNvSpPr>
            <a:spLocks noGrp="1"/>
          </p:cNvSpPr>
          <p:nvPr>
            <p:ph type="title" hasCustomPrompt="1"/>
          </p:nvPr>
        </p:nvSpPr>
        <p:spPr>
          <a:xfrm>
            <a:off x="360000" y="180000"/>
            <a:ext cx="7200000" cy="360000"/>
          </a:xfrm>
          <a:prstGeom prst="rect">
            <a:avLst/>
          </a:prstGeom>
        </p:spPr>
        <p:txBody>
          <a:bodyPr vert="horz" lIns="36000" tIns="36000" rIns="36000" bIns="36000" rtlCol="0" anchor="ctr">
            <a:noAutofit/>
          </a:bodyPr>
          <a:lstStyle>
            <a:lvl1pPr>
              <a:defRPr/>
            </a:lvl1pPr>
          </a:lstStyle>
          <a:p>
            <a:r>
              <a:rPr lang="de-CH" noProof="0" dirty="0"/>
              <a:t>«Titel der Vorlesung»</a:t>
            </a:r>
          </a:p>
        </p:txBody>
      </p:sp>
      <p:sp>
        <p:nvSpPr>
          <p:cNvPr id="8" name="Textplatzhalter 11"/>
          <p:cNvSpPr>
            <a:spLocks noGrp="1"/>
          </p:cNvSpPr>
          <p:nvPr>
            <p:ph type="body" sz="quarter" idx="21" hasCustomPrompt="1"/>
          </p:nvPr>
        </p:nvSpPr>
        <p:spPr>
          <a:xfrm>
            <a:off x="359532" y="1260000"/>
            <a:ext cx="8424468" cy="180000"/>
          </a:xfrm>
          <a:prstGeom prst="rect">
            <a:avLst/>
          </a:prstGeom>
        </p:spPr>
        <p:txBody>
          <a:bodyPr lIns="36000" tIns="36000" rIns="36000" bIns="36000" anchor="ctr">
            <a:noAutofit/>
          </a:bodyPr>
          <a:lstStyle>
            <a:lvl1pPr marL="0" indent="0" algn="l">
              <a:lnSpc>
                <a:spcPct val="100000"/>
              </a:lnSpc>
              <a:spcBef>
                <a:spcPts val="0"/>
              </a:spcBef>
              <a:buNone/>
              <a:defRPr sz="1400" b="1" u="none" baseline="0">
                <a:solidFill>
                  <a:schemeClr val="tx1"/>
                </a:solidFill>
              </a:defRPr>
            </a:lvl1pPr>
          </a:lstStyle>
          <a:p>
            <a:pPr lvl="0"/>
            <a:r>
              <a:rPr lang="de-CH" noProof="0" dirty="0"/>
              <a:t>«Vortragende(r) und Organisationseinheit»</a:t>
            </a:r>
          </a:p>
        </p:txBody>
      </p:sp>
      <p:sp>
        <p:nvSpPr>
          <p:cNvPr id="9" name="Textplatzhalter 11"/>
          <p:cNvSpPr>
            <a:spLocks noGrp="1"/>
          </p:cNvSpPr>
          <p:nvPr>
            <p:ph type="body" sz="quarter" idx="22" hasCustomPrompt="1"/>
          </p:nvPr>
        </p:nvSpPr>
        <p:spPr>
          <a:xfrm>
            <a:off x="359532" y="1512000"/>
            <a:ext cx="8424468" cy="180000"/>
          </a:xfrm>
          <a:prstGeom prst="rect">
            <a:avLst/>
          </a:prstGeom>
        </p:spPr>
        <p:txBody>
          <a:bodyPr lIns="36000" tIns="36000" rIns="36000" bIns="36000" anchor="ctr">
            <a:noAutofit/>
          </a:bodyPr>
          <a:lstStyle>
            <a:lvl1pPr marL="0" indent="0" algn="l">
              <a:lnSpc>
                <a:spcPct val="100000"/>
              </a:lnSpc>
              <a:spcBef>
                <a:spcPts val="0"/>
              </a:spcBef>
              <a:buNone/>
              <a:defRPr sz="1200" b="0" u="none" baseline="0">
                <a:solidFill>
                  <a:schemeClr val="tx1"/>
                </a:solidFill>
              </a:defRPr>
            </a:lvl1pPr>
          </a:lstStyle>
          <a:p>
            <a:pPr lvl="0"/>
            <a:r>
              <a:rPr lang="de-CH" noProof="0" dirty="0"/>
              <a:t>«Datum und Präsentationsort»</a:t>
            </a:r>
          </a:p>
        </p:txBody>
      </p:sp>
      <p:pic>
        <p:nvPicPr>
          <p:cNvPr id="7" name="Inhaltsplatzhalter 7">
            <a:extLst>
              <a:ext uri="{FF2B5EF4-FFF2-40B4-BE49-F238E27FC236}">
                <a16:creationId xmlns:a16="http://schemas.microsoft.com/office/drawing/2014/main" id="{ECF287E3-741C-004F-A0BA-1A2BA0C0FEBF}"/>
              </a:ext>
            </a:extLst>
          </p:cNvPr>
          <p:cNvPicPr>
            <a:picLocks/>
          </p:cNvPicPr>
          <p:nvPr userDrawn="1"/>
        </p:nvPicPr>
        <p:blipFill rotWithShape="1">
          <a:blip r:embed="rId2">
            <a:extLst>
              <a:ext uri="{28A0092B-C50C-407E-A947-70E740481C1C}">
                <a14:useLocalDpi xmlns:a14="http://schemas.microsoft.com/office/drawing/2010/main" val="0"/>
              </a:ext>
            </a:extLst>
          </a:blip>
          <a:srcRect b="3146"/>
          <a:stretch/>
        </p:blipFill>
        <p:spPr>
          <a:xfrm>
            <a:off x="0" y="2016000"/>
            <a:ext cx="9144000" cy="3127500"/>
          </a:xfrm>
          <a:prstGeom prst="rect">
            <a:avLst/>
          </a:prstGeom>
        </p:spPr>
      </p:pic>
      <p:sp>
        <p:nvSpPr>
          <p:cNvPr id="3" name="Textplatzhalter 2"/>
          <p:cNvSpPr>
            <a:spLocks noGrp="1"/>
          </p:cNvSpPr>
          <p:nvPr>
            <p:ph type="body" sz="quarter" idx="23" hasCustomPrompt="1"/>
          </p:nvPr>
        </p:nvSpPr>
        <p:spPr>
          <a:xfrm rot="20402096">
            <a:off x="3613655" y="2323187"/>
            <a:ext cx="1800225" cy="1593397"/>
          </a:xfrm>
          <a:prstGeom prst="rect">
            <a:avLst/>
          </a:prstGeom>
          <a:solidFill>
            <a:srgbClr val="F4F4F4"/>
          </a:solidFill>
        </p:spPr>
        <p:txBody>
          <a:bodyPr lIns="36000" tIns="36000" rIns="36000" bIns="36000" anchor="ctr"/>
          <a:lstStyle>
            <a:lvl1pPr marL="0" indent="0" algn="ctr" defTabSz="457200" rtl="0" eaLnBrk="1" latinLnBrk="0" hangingPunct="1">
              <a:buNone/>
              <a:defRPr lang="de-DE" sz="6000" kern="1200" dirty="0" smtClean="0">
                <a:solidFill>
                  <a:srgbClr val="8E8E8E"/>
                </a:solidFill>
                <a:latin typeface="+mn-lt"/>
                <a:ea typeface="+mn-ea"/>
                <a:cs typeface="+mn-cs"/>
              </a:defRPr>
            </a:lvl1pPr>
            <a:lvl2pPr marL="0" algn="ctr" defTabSz="457200" rtl="0" eaLnBrk="1" latinLnBrk="0" hangingPunct="1">
              <a:defRPr lang="de-DE" sz="8000" kern="1200" dirty="0" smtClean="0">
                <a:solidFill>
                  <a:srgbClr val="8E8E8E"/>
                </a:solidFill>
                <a:latin typeface="+mn-lt"/>
                <a:ea typeface="+mn-ea"/>
                <a:cs typeface="+mn-cs"/>
              </a:defRPr>
            </a:lvl2pPr>
            <a:lvl3pPr marL="0" algn="ctr" defTabSz="457200" rtl="0" eaLnBrk="1" latinLnBrk="0" hangingPunct="1">
              <a:defRPr lang="de-DE" sz="8000" kern="1200" dirty="0" smtClean="0">
                <a:solidFill>
                  <a:srgbClr val="8E8E8E"/>
                </a:solidFill>
                <a:latin typeface="+mn-lt"/>
                <a:ea typeface="+mn-ea"/>
                <a:cs typeface="+mn-cs"/>
              </a:defRPr>
            </a:lvl3pPr>
            <a:lvl4pPr marL="0" algn="ctr" defTabSz="457200" rtl="0" eaLnBrk="1" latinLnBrk="0" hangingPunct="1">
              <a:defRPr lang="de-DE" sz="8000" kern="1200" dirty="0" smtClean="0">
                <a:solidFill>
                  <a:srgbClr val="8E8E8E"/>
                </a:solidFill>
                <a:latin typeface="+mn-lt"/>
                <a:ea typeface="+mn-ea"/>
                <a:cs typeface="+mn-cs"/>
              </a:defRPr>
            </a:lvl4pPr>
            <a:lvl5pPr marL="0" algn="ctr" defTabSz="457200" rtl="0" eaLnBrk="1" latinLnBrk="0" hangingPunct="1">
              <a:defRPr lang="en-US" sz="8000" kern="1200" dirty="0">
                <a:solidFill>
                  <a:srgbClr val="8E8E8E"/>
                </a:solidFill>
                <a:latin typeface="+mn-lt"/>
                <a:ea typeface="+mn-ea"/>
                <a:cs typeface="+mn-cs"/>
              </a:defRPr>
            </a:lvl5pPr>
          </a:lstStyle>
          <a:p>
            <a:pPr lvl="0"/>
            <a:r>
              <a:rPr lang="de-CH" dirty="0"/>
              <a:t>XX</a:t>
            </a:r>
            <a:endParaRPr lang="en-US" dirty="0"/>
          </a:p>
        </p:txBody>
      </p:sp>
    </p:spTree>
    <p:extLst>
      <p:ext uri="{BB962C8B-B14F-4D97-AF65-F5344CB8AC3E}">
        <p14:creationId xmlns:p14="http://schemas.microsoft.com/office/powerpoint/2010/main" val="1613957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lIns="36000" tIns="36000" rIns="36000" bIns="36000"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«Name der Veranstaltung»</a:t>
            </a:r>
          </a:p>
        </p:txBody>
      </p:sp>
      <p:sp>
        <p:nvSpPr>
          <p:cNvPr id="21" name="Titelplatzhalter 12"/>
          <p:cNvSpPr>
            <a:spLocks noGrp="1"/>
          </p:cNvSpPr>
          <p:nvPr>
            <p:ph type="title" hasCustomPrompt="1"/>
          </p:nvPr>
        </p:nvSpPr>
        <p:spPr>
          <a:xfrm>
            <a:off x="360000" y="180000"/>
            <a:ext cx="7200000" cy="360000"/>
          </a:xfrm>
          <a:prstGeom prst="rect">
            <a:avLst/>
          </a:prstGeom>
        </p:spPr>
        <p:txBody>
          <a:bodyPr vert="horz" lIns="36000" tIns="36000" rIns="36000" bIns="36000" rtlCol="0" anchor="ctr">
            <a:noAutofit/>
          </a:bodyPr>
          <a:lstStyle>
            <a:lvl1pPr>
              <a:defRPr/>
            </a:lvl1pPr>
          </a:lstStyle>
          <a:p>
            <a:r>
              <a:rPr lang="de-CH" noProof="0" dirty="0"/>
              <a:t>«Titel der Vorlesung»</a:t>
            </a:r>
          </a:p>
        </p:txBody>
      </p:sp>
      <p:sp>
        <p:nvSpPr>
          <p:cNvPr id="13" name="Inhaltsplatzhalter 7"/>
          <p:cNvSpPr>
            <a:spLocks noGrp="1"/>
          </p:cNvSpPr>
          <p:nvPr>
            <p:ph sz="quarter" idx="20" hasCustomPrompt="1"/>
          </p:nvPr>
        </p:nvSpPr>
        <p:spPr>
          <a:xfrm>
            <a:off x="0" y="2016000"/>
            <a:ext cx="9144000" cy="3127500"/>
          </a:xfrm>
          <a:prstGeom prst="rect">
            <a:avLst/>
          </a:prstGeom>
        </p:spPr>
        <p:txBody>
          <a:bodyPr lIns="36000" tIns="36000" rIns="36000" bIns="36000"/>
          <a:lstStyle>
            <a:lvl1pPr marL="0" indent="0" algn="ctr">
              <a:lnSpc>
                <a:spcPct val="100000"/>
              </a:lnSpc>
              <a:spcBef>
                <a:spcPts val="200"/>
              </a:spcBef>
              <a:buClr>
                <a:schemeClr val="tx1"/>
              </a:buClr>
              <a:buFont typeface="Symbol" panose="05050102010706020507" pitchFamily="18" charset="2"/>
              <a:buNone/>
              <a:defRPr sz="20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«Titelbild»</a:t>
            </a:r>
          </a:p>
        </p:txBody>
      </p:sp>
      <p:sp>
        <p:nvSpPr>
          <p:cNvPr id="8" name="Textplatzhalter 11"/>
          <p:cNvSpPr>
            <a:spLocks noGrp="1"/>
          </p:cNvSpPr>
          <p:nvPr>
            <p:ph type="body" sz="quarter" idx="21" hasCustomPrompt="1"/>
          </p:nvPr>
        </p:nvSpPr>
        <p:spPr>
          <a:xfrm>
            <a:off x="359532" y="1260000"/>
            <a:ext cx="8424468" cy="180000"/>
          </a:xfrm>
          <a:prstGeom prst="rect">
            <a:avLst/>
          </a:prstGeom>
        </p:spPr>
        <p:txBody>
          <a:bodyPr lIns="36000" tIns="36000" rIns="36000" bIns="36000" anchor="ctr">
            <a:noAutofit/>
          </a:bodyPr>
          <a:lstStyle>
            <a:lvl1pPr marL="0" indent="0" algn="l">
              <a:lnSpc>
                <a:spcPct val="100000"/>
              </a:lnSpc>
              <a:spcBef>
                <a:spcPts val="0"/>
              </a:spcBef>
              <a:buNone/>
              <a:defRPr sz="1400" b="1" u="none" baseline="0">
                <a:solidFill>
                  <a:schemeClr val="tx1"/>
                </a:solidFill>
              </a:defRPr>
            </a:lvl1pPr>
          </a:lstStyle>
          <a:p>
            <a:pPr lvl="0"/>
            <a:r>
              <a:rPr lang="de-CH" noProof="0" dirty="0"/>
              <a:t>«Vortragende(r) und Organisationseinheit»</a:t>
            </a:r>
          </a:p>
        </p:txBody>
      </p:sp>
      <p:sp>
        <p:nvSpPr>
          <p:cNvPr id="9" name="Textplatzhalter 11"/>
          <p:cNvSpPr>
            <a:spLocks noGrp="1"/>
          </p:cNvSpPr>
          <p:nvPr>
            <p:ph type="body" sz="quarter" idx="22" hasCustomPrompt="1"/>
          </p:nvPr>
        </p:nvSpPr>
        <p:spPr>
          <a:xfrm>
            <a:off x="359532" y="1512000"/>
            <a:ext cx="8424468" cy="180000"/>
          </a:xfrm>
          <a:prstGeom prst="rect">
            <a:avLst/>
          </a:prstGeom>
        </p:spPr>
        <p:txBody>
          <a:bodyPr lIns="36000" tIns="36000" rIns="36000" bIns="36000" anchor="ctr">
            <a:noAutofit/>
          </a:bodyPr>
          <a:lstStyle>
            <a:lvl1pPr marL="0" indent="0" algn="l">
              <a:lnSpc>
                <a:spcPct val="100000"/>
              </a:lnSpc>
              <a:spcBef>
                <a:spcPts val="0"/>
              </a:spcBef>
              <a:buNone/>
              <a:defRPr sz="1200" b="0" u="none" baseline="0">
                <a:solidFill>
                  <a:schemeClr val="tx1"/>
                </a:solidFill>
              </a:defRPr>
            </a:lvl1pPr>
          </a:lstStyle>
          <a:p>
            <a:pPr lvl="0"/>
            <a:r>
              <a:rPr lang="de-CH" noProof="0" dirty="0"/>
              <a:t>«Datum und Präsentationsort»</a:t>
            </a:r>
          </a:p>
        </p:txBody>
      </p:sp>
    </p:spTree>
    <p:extLst>
      <p:ext uri="{BB962C8B-B14F-4D97-AF65-F5344CB8AC3E}">
        <p14:creationId xmlns:p14="http://schemas.microsoft.com/office/powerpoint/2010/main" val="3262353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2268000"/>
            <a:ext cx="7200468" cy="288000"/>
          </a:xfrm>
          <a:prstGeom prst="rect">
            <a:avLst/>
          </a:prstGeom>
        </p:spPr>
        <p:txBody>
          <a:bodyPr lIns="36000" tIns="36000" rIns="36000" bIns="36000"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«Name der Veranstaltung»</a:t>
            </a:r>
          </a:p>
        </p:txBody>
      </p:sp>
      <p:sp>
        <p:nvSpPr>
          <p:cNvPr id="21" name="Titelplatzhalter 12"/>
          <p:cNvSpPr>
            <a:spLocks noGrp="1"/>
          </p:cNvSpPr>
          <p:nvPr>
            <p:ph type="title" hasCustomPrompt="1"/>
          </p:nvPr>
        </p:nvSpPr>
        <p:spPr>
          <a:xfrm>
            <a:off x="360000" y="1800000"/>
            <a:ext cx="7200000" cy="360000"/>
          </a:xfrm>
          <a:prstGeom prst="rect">
            <a:avLst/>
          </a:prstGeom>
        </p:spPr>
        <p:txBody>
          <a:bodyPr vert="horz" lIns="36000" tIns="36000" rIns="36000" bIns="36000" rtlCol="0" anchor="ctr">
            <a:noAutofit/>
          </a:bodyPr>
          <a:lstStyle>
            <a:lvl1pPr>
              <a:defRPr/>
            </a:lvl1pPr>
          </a:lstStyle>
          <a:p>
            <a:r>
              <a:rPr lang="de-CH" noProof="0" dirty="0"/>
              <a:t>«Titel der Vorlesung»</a:t>
            </a:r>
          </a:p>
        </p:txBody>
      </p:sp>
      <p:sp>
        <p:nvSpPr>
          <p:cNvPr id="8" name="Textplatzhalter 11"/>
          <p:cNvSpPr>
            <a:spLocks noGrp="1"/>
          </p:cNvSpPr>
          <p:nvPr>
            <p:ph type="body" sz="quarter" idx="21" hasCustomPrompt="1"/>
          </p:nvPr>
        </p:nvSpPr>
        <p:spPr>
          <a:xfrm>
            <a:off x="359532" y="2880000"/>
            <a:ext cx="7200468" cy="180000"/>
          </a:xfrm>
          <a:prstGeom prst="rect">
            <a:avLst/>
          </a:prstGeom>
        </p:spPr>
        <p:txBody>
          <a:bodyPr lIns="36000" tIns="36000" rIns="36000" bIns="36000" anchor="ctr">
            <a:noAutofit/>
          </a:bodyPr>
          <a:lstStyle>
            <a:lvl1pPr marL="0" indent="0" algn="l">
              <a:lnSpc>
                <a:spcPct val="100000"/>
              </a:lnSpc>
              <a:spcBef>
                <a:spcPts val="0"/>
              </a:spcBef>
              <a:buNone/>
              <a:defRPr sz="1400" b="1" u="none" baseline="0">
                <a:solidFill>
                  <a:schemeClr val="tx1"/>
                </a:solidFill>
              </a:defRPr>
            </a:lvl1pPr>
          </a:lstStyle>
          <a:p>
            <a:pPr lvl="0"/>
            <a:r>
              <a:rPr lang="de-CH" noProof="0" dirty="0"/>
              <a:t>«Vortragende(r) und Organisationseinheit»</a:t>
            </a:r>
          </a:p>
        </p:txBody>
      </p:sp>
      <p:sp>
        <p:nvSpPr>
          <p:cNvPr id="9" name="Textplatzhalter 11"/>
          <p:cNvSpPr>
            <a:spLocks noGrp="1"/>
          </p:cNvSpPr>
          <p:nvPr>
            <p:ph type="body" sz="quarter" idx="22" hasCustomPrompt="1"/>
          </p:nvPr>
        </p:nvSpPr>
        <p:spPr>
          <a:xfrm>
            <a:off x="359532" y="3132000"/>
            <a:ext cx="7200468" cy="180000"/>
          </a:xfrm>
          <a:prstGeom prst="rect">
            <a:avLst/>
          </a:prstGeom>
        </p:spPr>
        <p:txBody>
          <a:bodyPr lIns="36000" tIns="36000" rIns="36000" bIns="36000" anchor="ctr">
            <a:noAutofit/>
          </a:bodyPr>
          <a:lstStyle>
            <a:lvl1pPr marL="0" indent="0" algn="l">
              <a:lnSpc>
                <a:spcPct val="100000"/>
              </a:lnSpc>
              <a:spcBef>
                <a:spcPts val="0"/>
              </a:spcBef>
              <a:buNone/>
              <a:defRPr sz="1200" b="0" u="none" baseline="0">
                <a:solidFill>
                  <a:schemeClr val="tx1"/>
                </a:solidFill>
              </a:defRPr>
            </a:lvl1pPr>
          </a:lstStyle>
          <a:p>
            <a:pPr lvl="0"/>
            <a:r>
              <a:rPr lang="de-CH" noProof="0" dirty="0"/>
              <a:t>«Datum und Präsentationsort»</a:t>
            </a:r>
          </a:p>
        </p:txBody>
      </p:sp>
    </p:spTree>
    <p:extLst>
      <p:ext uri="{BB962C8B-B14F-4D97-AF65-F5344CB8AC3E}">
        <p14:creationId xmlns:p14="http://schemas.microsoft.com/office/powerpoint/2010/main" val="200789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Tree>
    <p:extLst>
      <p:ext uri="{BB962C8B-B14F-4D97-AF65-F5344CB8AC3E}">
        <p14:creationId xmlns:p14="http://schemas.microsoft.com/office/powerpoint/2010/main" val="755814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359533" y="1080000"/>
            <a:ext cx="8424467"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8"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Tree>
    <p:extLst>
      <p:ext uri="{BB962C8B-B14F-4D97-AF65-F5344CB8AC3E}">
        <p14:creationId xmlns:p14="http://schemas.microsoft.com/office/powerpoint/2010/main" val="1319966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359533" y="1080000"/>
            <a:ext cx="4176000"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8" name="Inhaltsplatzhalter 7"/>
          <p:cNvSpPr>
            <a:spLocks noGrp="1"/>
          </p:cNvSpPr>
          <p:nvPr>
            <p:ph sz="quarter" idx="21" hasCustomPrompt="1"/>
          </p:nvPr>
        </p:nvSpPr>
        <p:spPr>
          <a:xfrm>
            <a:off x="4608000" y="1080000"/>
            <a:ext cx="4176000"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9"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Tree>
    <p:extLst>
      <p:ext uri="{BB962C8B-B14F-4D97-AF65-F5344CB8AC3E}">
        <p14:creationId xmlns:p14="http://schemas.microsoft.com/office/powerpoint/2010/main" val="3870719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359533" y="1080000"/>
            <a:ext cx="4176000" cy="216000"/>
          </a:xfrm>
        </p:spPr>
        <p:txBody>
          <a:bodyPr anchor="ctr">
            <a:noAutofit/>
          </a:bodyPr>
          <a:lstStyle>
            <a:lvl1pPr marL="0" indent="0" algn="ctr">
              <a:lnSpc>
                <a:spcPct val="100000"/>
              </a:lnSpc>
              <a:spcBef>
                <a:spcPts val="200"/>
              </a:spcBef>
              <a:buClr>
                <a:schemeClr val="tx1"/>
              </a:buClr>
              <a:buFont typeface="Symbol" panose="05050102010706020507" pitchFamily="18" charset="2"/>
              <a:buNone/>
              <a:defRPr sz="1600" b="1">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«Teiltitel»</a:t>
            </a:r>
          </a:p>
        </p:txBody>
      </p:sp>
      <p:sp>
        <p:nvSpPr>
          <p:cNvPr id="8" name="Inhaltsplatzhalter 7"/>
          <p:cNvSpPr>
            <a:spLocks noGrp="1"/>
          </p:cNvSpPr>
          <p:nvPr>
            <p:ph sz="quarter" idx="21" hasCustomPrompt="1"/>
          </p:nvPr>
        </p:nvSpPr>
        <p:spPr>
          <a:xfrm>
            <a:off x="4608000" y="1332000"/>
            <a:ext cx="4176000" cy="3204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9" name="Inhaltsplatzhalter 7"/>
          <p:cNvSpPr>
            <a:spLocks noGrp="1"/>
          </p:cNvSpPr>
          <p:nvPr>
            <p:ph sz="quarter" idx="22" hasCustomPrompt="1"/>
          </p:nvPr>
        </p:nvSpPr>
        <p:spPr>
          <a:xfrm>
            <a:off x="360000" y="1332000"/>
            <a:ext cx="4176000" cy="3204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4" name="Inhaltsplatzhalter 7"/>
          <p:cNvSpPr>
            <a:spLocks noGrp="1"/>
          </p:cNvSpPr>
          <p:nvPr>
            <p:ph sz="quarter" idx="23" hasCustomPrompt="1"/>
          </p:nvPr>
        </p:nvSpPr>
        <p:spPr>
          <a:xfrm>
            <a:off x="4608000" y="1080000"/>
            <a:ext cx="4176000" cy="216000"/>
          </a:xfrm>
        </p:spPr>
        <p:txBody>
          <a:bodyPr anchor="ctr">
            <a:noAutofit/>
          </a:bodyPr>
          <a:lstStyle>
            <a:lvl1pPr marL="0" indent="0" algn="ctr">
              <a:lnSpc>
                <a:spcPct val="100000"/>
              </a:lnSpc>
              <a:spcBef>
                <a:spcPts val="200"/>
              </a:spcBef>
              <a:buClr>
                <a:schemeClr val="tx1"/>
              </a:buClr>
              <a:buFont typeface="Symbol" panose="05050102010706020507" pitchFamily="18" charset="2"/>
              <a:buNone/>
              <a:defRPr sz="1600" b="1">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«Teiltitel»</a:t>
            </a:r>
          </a:p>
        </p:txBody>
      </p:sp>
      <p:sp>
        <p:nvSpPr>
          <p:cNvPr id="11"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Tree>
    <p:extLst>
      <p:ext uri="{BB962C8B-B14F-4D97-AF65-F5344CB8AC3E}">
        <p14:creationId xmlns:p14="http://schemas.microsoft.com/office/powerpoint/2010/main" val="3254899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0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i="0"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359532" y="1080000"/>
            <a:ext cx="8424467" cy="1692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9" name="Inhaltsplatzhalter 7"/>
          <p:cNvSpPr>
            <a:spLocks noGrp="1"/>
          </p:cNvSpPr>
          <p:nvPr>
            <p:ph sz="quarter" idx="22" hasCustomPrompt="1"/>
          </p:nvPr>
        </p:nvSpPr>
        <p:spPr>
          <a:xfrm>
            <a:off x="359533" y="2844000"/>
            <a:ext cx="8424466" cy="1692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0"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Tree>
    <p:extLst>
      <p:ext uri="{BB962C8B-B14F-4D97-AF65-F5344CB8AC3E}">
        <p14:creationId xmlns:p14="http://schemas.microsoft.com/office/powerpoint/2010/main" val="131664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359532" y="1332000"/>
            <a:ext cx="8424467" cy="1440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9" name="Inhaltsplatzhalter 7"/>
          <p:cNvSpPr>
            <a:spLocks noGrp="1"/>
          </p:cNvSpPr>
          <p:nvPr>
            <p:ph sz="quarter" idx="22" hasCustomPrompt="1"/>
          </p:nvPr>
        </p:nvSpPr>
        <p:spPr>
          <a:xfrm>
            <a:off x="359533" y="3096000"/>
            <a:ext cx="8424466" cy="1440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1" name="Inhaltsplatzhalter 7"/>
          <p:cNvSpPr>
            <a:spLocks noGrp="1"/>
          </p:cNvSpPr>
          <p:nvPr>
            <p:ph sz="quarter" idx="24" hasCustomPrompt="1"/>
          </p:nvPr>
        </p:nvSpPr>
        <p:spPr>
          <a:xfrm>
            <a:off x="359533" y="1080000"/>
            <a:ext cx="8424466" cy="216000"/>
          </a:xfrm>
        </p:spPr>
        <p:txBody>
          <a:bodyPr anchor="ctr">
            <a:noAutofit/>
          </a:bodyPr>
          <a:lstStyle>
            <a:lvl1pPr marL="0" indent="0" algn="ctr">
              <a:lnSpc>
                <a:spcPct val="100000"/>
              </a:lnSpc>
              <a:spcBef>
                <a:spcPts val="200"/>
              </a:spcBef>
              <a:buClr>
                <a:schemeClr val="tx1"/>
              </a:buClr>
              <a:buFont typeface="Symbol" panose="05050102010706020507" pitchFamily="18" charset="2"/>
              <a:buNone/>
              <a:defRPr sz="1600" b="1">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«Teiltitel»</a:t>
            </a:r>
          </a:p>
        </p:txBody>
      </p:sp>
      <p:sp>
        <p:nvSpPr>
          <p:cNvPr id="15" name="Inhaltsplatzhalter 7"/>
          <p:cNvSpPr>
            <a:spLocks noGrp="1"/>
          </p:cNvSpPr>
          <p:nvPr>
            <p:ph sz="quarter" idx="26" hasCustomPrompt="1"/>
          </p:nvPr>
        </p:nvSpPr>
        <p:spPr>
          <a:xfrm>
            <a:off x="359533" y="2844000"/>
            <a:ext cx="8424466" cy="216000"/>
          </a:xfrm>
        </p:spPr>
        <p:txBody>
          <a:bodyPr anchor="ctr">
            <a:noAutofit/>
          </a:bodyPr>
          <a:lstStyle>
            <a:lvl1pPr marL="0" indent="0" algn="ctr">
              <a:lnSpc>
                <a:spcPct val="100000"/>
              </a:lnSpc>
              <a:spcBef>
                <a:spcPts val="200"/>
              </a:spcBef>
              <a:buClr>
                <a:schemeClr val="tx1"/>
              </a:buClr>
              <a:buFont typeface="Symbol" panose="05050102010706020507" pitchFamily="18" charset="2"/>
              <a:buNone/>
              <a:defRPr sz="1600" b="1">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«Teiltitel»</a:t>
            </a:r>
          </a:p>
        </p:txBody>
      </p:sp>
      <p:sp>
        <p:nvSpPr>
          <p:cNvPr id="14"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Tree>
    <p:extLst>
      <p:ext uri="{BB962C8B-B14F-4D97-AF65-F5344CB8AC3E}">
        <p14:creationId xmlns:p14="http://schemas.microsoft.com/office/powerpoint/2010/main" val="2044416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359532" y="1080000"/>
            <a:ext cx="8424467"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9" name="Inhaltsplatzhalter 7"/>
          <p:cNvSpPr>
            <a:spLocks noGrp="1"/>
          </p:cNvSpPr>
          <p:nvPr>
            <p:ph sz="quarter" idx="22" hasCustomPrompt="1"/>
          </p:nvPr>
        </p:nvSpPr>
        <p:spPr>
          <a:xfrm>
            <a:off x="359533" y="3420000"/>
            <a:ext cx="8424466" cy="1116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0" name="Inhaltsplatzhalter 7"/>
          <p:cNvSpPr>
            <a:spLocks noGrp="1"/>
          </p:cNvSpPr>
          <p:nvPr>
            <p:ph sz="quarter" idx="23" hasCustomPrompt="1"/>
          </p:nvPr>
        </p:nvSpPr>
        <p:spPr>
          <a:xfrm>
            <a:off x="359531" y="2250000"/>
            <a:ext cx="8424467"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Tree>
    <p:extLst>
      <p:ext uri="{BB962C8B-B14F-4D97-AF65-F5344CB8AC3E}">
        <p14:creationId xmlns:p14="http://schemas.microsoft.com/office/powerpoint/2010/main" val="2010637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359533" y="1080000"/>
            <a:ext cx="4176000" cy="1692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8" name="Inhaltsplatzhalter 7"/>
          <p:cNvSpPr>
            <a:spLocks noGrp="1"/>
          </p:cNvSpPr>
          <p:nvPr>
            <p:ph sz="quarter" idx="21" hasCustomPrompt="1"/>
          </p:nvPr>
        </p:nvSpPr>
        <p:spPr>
          <a:xfrm>
            <a:off x="4608000" y="1080000"/>
            <a:ext cx="4176000" cy="1692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9" name="Inhaltsplatzhalter 7"/>
          <p:cNvSpPr>
            <a:spLocks noGrp="1"/>
          </p:cNvSpPr>
          <p:nvPr>
            <p:ph sz="quarter" idx="22" hasCustomPrompt="1"/>
          </p:nvPr>
        </p:nvSpPr>
        <p:spPr>
          <a:xfrm>
            <a:off x="359533" y="2844000"/>
            <a:ext cx="4176000" cy="1692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0" name="Inhaltsplatzhalter 7"/>
          <p:cNvSpPr>
            <a:spLocks noGrp="1"/>
          </p:cNvSpPr>
          <p:nvPr>
            <p:ph sz="quarter" idx="23" hasCustomPrompt="1"/>
          </p:nvPr>
        </p:nvSpPr>
        <p:spPr>
          <a:xfrm>
            <a:off x="4608000" y="2844000"/>
            <a:ext cx="4176000" cy="1692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Tree>
    <p:extLst>
      <p:ext uri="{BB962C8B-B14F-4D97-AF65-F5344CB8AC3E}">
        <p14:creationId xmlns:p14="http://schemas.microsoft.com/office/powerpoint/2010/main" val="33401032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359533" y="1332000"/>
            <a:ext cx="4176000" cy="1440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8" name="Inhaltsplatzhalter 7"/>
          <p:cNvSpPr>
            <a:spLocks noGrp="1"/>
          </p:cNvSpPr>
          <p:nvPr>
            <p:ph sz="quarter" idx="21" hasCustomPrompt="1"/>
          </p:nvPr>
        </p:nvSpPr>
        <p:spPr>
          <a:xfrm>
            <a:off x="4608000" y="1332000"/>
            <a:ext cx="4176000" cy="1440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9" name="Inhaltsplatzhalter 7"/>
          <p:cNvSpPr>
            <a:spLocks noGrp="1"/>
          </p:cNvSpPr>
          <p:nvPr>
            <p:ph sz="quarter" idx="22" hasCustomPrompt="1"/>
          </p:nvPr>
        </p:nvSpPr>
        <p:spPr>
          <a:xfrm>
            <a:off x="359533" y="3096000"/>
            <a:ext cx="4176000" cy="1440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0" name="Inhaltsplatzhalter 7"/>
          <p:cNvSpPr>
            <a:spLocks noGrp="1"/>
          </p:cNvSpPr>
          <p:nvPr>
            <p:ph sz="quarter" idx="23" hasCustomPrompt="1"/>
          </p:nvPr>
        </p:nvSpPr>
        <p:spPr>
          <a:xfrm>
            <a:off x="4608000" y="3096000"/>
            <a:ext cx="4176000" cy="1440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1" name="Inhaltsplatzhalter 7"/>
          <p:cNvSpPr>
            <a:spLocks noGrp="1"/>
          </p:cNvSpPr>
          <p:nvPr>
            <p:ph sz="quarter" idx="24" hasCustomPrompt="1"/>
          </p:nvPr>
        </p:nvSpPr>
        <p:spPr>
          <a:xfrm>
            <a:off x="359533" y="1080000"/>
            <a:ext cx="4176000" cy="216000"/>
          </a:xfrm>
        </p:spPr>
        <p:txBody>
          <a:bodyPr anchor="ctr">
            <a:noAutofit/>
          </a:bodyPr>
          <a:lstStyle>
            <a:lvl1pPr marL="0" indent="0" algn="ctr">
              <a:lnSpc>
                <a:spcPct val="100000"/>
              </a:lnSpc>
              <a:spcBef>
                <a:spcPts val="200"/>
              </a:spcBef>
              <a:buClr>
                <a:schemeClr val="tx1"/>
              </a:buClr>
              <a:buFont typeface="Symbol" panose="05050102010706020507" pitchFamily="18" charset="2"/>
              <a:buNone/>
              <a:defRPr sz="1600" b="1">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«Teiltitel»</a:t>
            </a:r>
          </a:p>
        </p:txBody>
      </p:sp>
      <p:sp>
        <p:nvSpPr>
          <p:cNvPr id="14" name="Inhaltsplatzhalter 7"/>
          <p:cNvSpPr>
            <a:spLocks noGrp="1"/>
          </p:cNvSpPr>
          <p:nvPr>
            <p:ph sz="quarter" idx="25" hasCustomPrompt="1"/>
          </p:nvPr>
        </p:nvSpPr>
        <p:spPr>
          <a:xfrm>
            <a:off x="4608000" y="1080000"/>
            <a:ext cx="4176000" cy="216000"/>
          </a:xfrm>
        </p:spPr>
        <p:txBody>
          <a:bodyPr anchor="ctr">
            <a:noAutofit/>
          </a:bodyPr>
          <a:lstStyle>
            <a:lvl1pPr marL="0" indent="0" algn="ctr">
              <a:lnSpc>
                <a:spcPct val="100000"/>
              </a:lnSpc>
              <a:spcBef>
                <a:spcPts val="200"/>
              </a:spcBef>
              <a:buClr>
                <a:schemeClr val="tx1"/>
              </a:buClr>
              <a:buFont typeface="Symbol" panose="05050102010706020507" pitchFamily="18" charset="2"/>
              <a:buNone/>
              <a:defRPr sz="1600" b="1">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«Teiltitel»</a:t>
            </a:r>
          </a:p>
        </p:txBody>
      </p:sp>
      <p:sp>
        <p:nvSpPr>
          <p:cNvPr id="15" name="Inhaltsplatzhalter 7"/>
          <p:cNvSpPr>
            <a:spLocks noGrp="1"/>
          </p:cNvSpPr>
          <p:nvPr>
            <p:ph sz="quarter" idx="26" hasCustomPrompt="1"/>
          </p:nvPr>
        </p:nvSpPr>
        <p:spPr>
          <a:xfrm>
            <a:off x="359533" y="2844000"/>
            <a:ext cx="4176000" cy="216000"/>
          </a:xfrm>
        </p:spPr>
        <p:txBody>
          <a:bodyPr anchor="ctr">
            <a:noAutofit/>
          </a:bodyPr>
          <a:lstStyle>
            <a:lvl1pPr marL="0" indent="0" algn="ctr">
              <a:lnSpc>
                <a:spcPct val="100000"/>
              </a:lnSpc>
              <a:spcBef>
                <a:spcPts val="200"/>
              </a:spcBef>
              <a:buClr>
                <a:schemeClr val="tx1"/>
              </a:buClr>
              <a:buFont typeface="Symbol" panose="05050102010706020507" pitchFamily="18" charset="2"/>
              <a:buNone/>
              <a:defRPr sz="1600" b="1">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«Teiltitel»</a:t>
            </a:r>
          </a:p>
        </p:txBody>
      </p:sp>
      <p:sp>
        <p:nvSpPr>
          <p:cNvPr id="16" name="Inhaltsplatzhalter 7"/>
          <p:cNvSpPr>
            <a:spLocks noGrp="1"/>
          </p:cNvSpPr>
          <p:nvPr>
            <p:ph sz="quarter" idx="27" hasCustomPrompt="1"/>
          </p:nvPr>
        </p:nvSpPr>
        <p:spPr>
          <a:xfrm>
            <a:off x="4608000" y="2844000"/>
            <a:ext cx="4176000" cy="216000"/>
          </a:xfrm>
        </p:spPr>
        <p:txBody>
          <a:bodyPr anchor="ctr">
            <a:noAutofit/>
          </a:bodyPr>
          <a:lstStyle>
            <a:lvl1pPr marL="0" indent="0" algn="ctr">
              <a:lnSpc>
                <a:spcPct val="100000"/>
              </a:lnSpc>
              <a:spcBef>
                <a:spcPts val="200"/>
              </a:spcBef>
              <a:buClr>
                <a:schemeClr val="tx1"/>
              </a:buClr>
              <a:buFont typeface="Symbol" panose="05050102010706020507" pitchFamily="18" charset="2"/>
              <a:buNone/>
              <a:defRPr sz="1600" b="1">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«Teiltitel»</a:t>
            </a:r>
          </a:p>
        </p:txBody>
      </p:sp>
    </p:spTree>
    <p:extLst>
      <p:ext uri="{BB962C8B-B14F-4D97-AF65-F5344CB8AC3E}">
        <p14:creationId xmlns:p14="http://schemas.microsoft.com/office/powerpoint/2010/main" val="31906117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359533" y="2016000"/>
            <a:ext cx="8424467" cy="2520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8" name="Inhaltsplatzhalter 7"/>
          <p:cNvSpPr>
            <a:spLocks noGrp="1"/>
          </p:cNvSpPr>
          <p:nvPr>
            <p:ph sz="quarter" idx="22" hasCustomPrompt="1"/>
          </p:nvPr>
        </p:nvSpPr>
        <p:spPr>
          <a:xfrm>
            <a:off x="359532" y="1080000"/>
            <a:ext cx="8424467" cy="900000"/>
          </a:xfrm>
          <a:solidFill>
            <a:schemeClr val="bg1">
              <a:lumMod val="85000"/>
            </a:schemeClr>
          </a:solidFill>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p:txBody>
      </p:sp>
    </p:spTree>
    <p:extLst>
      <p:ext uri="{BB962C8B-B14F-4D97-AF65-F5344CB8AC3E}">
        <p14:creationId xmlns:p14="http://schemas.microsoft.com/office/powerpoint/2010/main" val="2702517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359533" y="2016000"/>
            <a:ext cx="4176000" cy="2520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8" name="Inhaltsplatzhalter 7"/>
          <p:cNvSpPr>
            <a:spLocks noGrp="1"/>
          </p:cNvSpPr>
          <p:nvPr>
            <p:ph sz="quarter" idx="21" hasCustomPrompt="1"/>
          </p:nvPr>
        </p:nvSpPr>
        <p:spPr>
          <a:xfrm>
            <a:off x="4608000" y="2016000"/>
            <a:ext cx="4176000" cy="2520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0" name="Inhaltsplatzhalter 7"/>
          <p:cNvSpPr>
            <a:spLocks noGrp="1"/>
          </p:cNvSpPr>
          <p:nvPr>
            <p:ph sz="quarter" idx="22" hasCustomPrompt="1"/>
          </p:nvPr>
        </p:nvSpPr>
        <p:spPr>
          <a:xfrm>
            <a:off x="359532" y="1080000"/>
            <a:ext cx="8424467" cy="900000"/>
          </a:xfrm>
          <a:solidFill>
            <a:schemeClr val="bg1">
              <a:lumMod val="85000"/>
            </a:schemeClr>
          </a:solidFill>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p:txBody>
      </p:sp>
    </p:spTree>
    <p:extLst>
      <p:ext uri="{BB962C8B-B14F-4D97-AF65-F5344CB8AC3E}">
        <p14:creationId xmlns:p14="http://schemas.microsoft.com/office/powerpoint/2010/main" val="21282835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2195736" y="1080000"/>
            <a:ext cx="6588264"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8" name="Inhaltsplatzhalter 7"/>
          <p:cNvSpPr>
            <a:spLocks noGrp="1"/>
          </p:cNvSpPr>
          <p:nvPr>
            <p:ph sz="quarter" idx="21" hasCustomPrompt="1"/>
          </p:nvPr>
        </p:nvSpPr>
        <p:spPr>
          <a:xfrm>
            <a:off x="359533" y="1079013"/>
            <a:ext cx="1800000"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p:txBody>
      </p:sp>
    </p:spTree>
    <p:extLst>
      <p:ext uri="{BB962C8B-B14F-4D97-AF65-F5344CB8AC3E}">
        <p14:creationId xmlns:p14="http://schemas.microsoft.com/office/powerpoint/2010/main" val="23550162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9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8" name="Inhaltsplatzhalter 7"/>
          <p:cNvSpPr>
            <a:spLocks noGrp="1"/>
          </p:cNvSpPr>
          <p:nvPr>
            <p:ph sz="quarter" idx="21" hasCustomPrompt="1"/>
          </p:nvPr>
        </p:nvSpPr>
        <p:spPr>
          <a:xfrm>
            <a:off x="359533" y="1079013"/>
            <a:ext cx="1800000"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p:txBody>
      </p:sp>
      <p:sp>
        <p:nvSpPr>
          <p:cNvPr id="9" name="Inhaltsplatzhalter 7"/>
          <p:cNvSpPr>
            <a:spLocks noGrp="1"/>
          </p:cNvSpPr>
          <p:nvPr>
            <p:ph sz="quarter" idx="22" hasCustomPrompt="1"/>
          </p:nvPr>
        </p:nvSpPr>
        <p:spPr>
          <a:xfrm>
            <a:off x="2195736" y="1080000"/>
            <a:ext cx="6588263" cy="1692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0" name="Inhaltsplatzhalter 7"/>
          <p:cNvSpPr>
            <a:spLocks noGrp="1"/>
          </p:cNvSpPr>
          <p:nvPr>
            <p:ph sz="quarter" idx="23" hasCustomPrompt="1"/>
          </p:nvPr>
        </p:nvSpPr>
        <p:spPr>
          <a:xfrm>
            <a:off x="2195737" y="2844000"/>
            <a:ext cx="6588262" cy="1692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Tree>
    <p:extLst>
      <p:ext uri="{BB962C8B-B14F-4D97-AF65-F5344CB8AC3E}">
        <p14:creationId xmlns:p14="http://schemas.microsoft.com/office/powerpoint/2010/main" val="28375027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8" name="Inhaltsplatzhalter 7"/>
          <p:cNvSpPr>
            <a:spLocks noGrp="1"/>
          </p:cNvSpPr>
          <p:nvPr>
            <p:ph sz="quarter" idx="21" hasCustomPrompt="1"/>
          </p:nvPr>
        </p:nvSpPr>
        <p:spPr>
          <a:xfrm>
            <a:off x="359533" y="1079013"/>
            <a:ext cx="1800000"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p:txBody>
      </p:sp>
      <p:sp>
        <p:nvSpPr>
          <p:cNvPr id="11" name="Inhaltsplatzhalter 7"/>
          <p:cNvSpPr>
            <a:spLocks noGrp="1"/>
          </p:cNvSpPr>
          <p:nvPr>
            <p:ph sz="quarter" idx="20" hasCustomPrompt="1"/>
          </p:nvPr>
        </p:nvSpPr>
        <p:spPr>
          <a:xfrm>
            <a:off x="2195737" y="1080000"/>
            <a:ext cx="6588262"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3" name="Inhaltsplatzhalter 7"/>
          <p:cNvSpPr>
            <a:spLocks noGrp="1"/>
          </p:cNvSpPr>
          <p:nvPr>
            <p:ph sz="quarter" idx="24" hasCustomPrompt="1"/>
          </p:nvPr>
        </p:nvSpPr>
        <p:spPr>
          <a:xfrm>
            <a:off x="2195737" y="3420000"/>
            <a:ext cx="6588261" cy="1116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4" name="Inhaltsplatzhalter 7"/>
          <p:cNvSpPr>
            <a:spLocks noGrp="1"/>
          </p:cNvSpPr>
          <p:nvPr>
            <p:ph sz="quarter" idx="25" hasCustomPrompt="1"/>
          </p:nvPr>
        </p:nvSpPr>
        <p:spPr>
          <a:xfrm>
            <a:off x="2195736" y="2250000"/>
            <a:ext cx="6588262"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Tree>
    <p:extLst>
      <p:ext uri="{BB962C8B-B14F-4D97-AF65-F5344CB8AC3E}">
        <p14:creationId xmlns:p14="http://schemas.microsoft.com/office/powerpoint/2010/main" val="13657480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4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2015716" y="1080000"/>
            <a:ext cx="5112568"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8" name="Inhaltsplatzhalter 7"/>
          <p:cNvSpPr>
            <a:spLocks noGrp="1"/>
          </p:cNvSpPr>
          <p:nvPr>
            <p:ph sz="quarter" idx="21" hasCustomPrompt="1"/>
          </p:nvPr>
        </p:nvSpPr>
        <p:spPr>
          <a:xfrm>
            <a:off x="-1" y="1080000"/>
            <a:ext cx="1979713"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9" name="Inhaltsplatzhalter 7"/>
          <p:cNvSpPr>
            <a:spLocks noGrp="1"/>
          </p:cNvSpPr>
          <p:nvPr>
            <p:ph sz="quarter" idx="22" hasCustomPrompt="1"/>
          </p:nvPr>
        </p:nvSpPr>
        <p:spPr>
          <a:xfrm>
            <a:off x="7164287" y="1080000"/>
            <a:ext cx="1979713"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Tree>
    <p:extLst>
      <p:ext uri="{BB962C8B-B14F-4D97-AF65-F5344CB8AC3E}">
        <p14:creationId xmlns:p14="http://schemas.microsoft.com/office/powerpoint/2010/main" val="34248614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5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8" name="Inhaltsplatzhalter 7"/>
          <p:cNvSpPr>
            <a:spLocks noGrp="1"/>
          </p:cNvSpPr>
          <p:nvPr>
            <p:ph sz="quarter" idx="21" hasCustomPrompt="1"/>
          </p:nvPr>
        </p:nvSpPr>
        <p:spPr>
          <a:xfrm>
            <a:off x="-1" y="1080000"/>
            <a:ext cx="1979713"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9" name="Inhaltsplatzhalter 7"/>
          <p:cNvSpPr>
            <a:spLocks noGrp="1"/>
          </p:cNvSpPr>
          <p:nvPr>
            <p:ph sz="quarter" idx="22" hasCustomPrompt="1"/>
          </p:nvPr>
        </p:nvSpPr>
        <p:spPr>
          <a:xfrm>
            <a:off x="7164287" y="1080000"/>
            <a:ext cx="1979713"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0" name="Inhaltsplatzhalter 7"/>
          <p:cNvSpPr>
            <a:spLocks noGrp="1"/>
          </p:cNvSpPr>
          <p:nvPr>
            <p:ph sz="quarter" idx="23" hasCustomPrompt="1"/>
          </p:nvPr>
        </p:nvSpPr>
        <p:spPr>
          <a:xfrm>
            <a:off x="2015716" y="1080000"/>
            <a:ext cx="5112568" cy="1692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1" name="Inhaltsplatzhalter 7"/>
          <p:cNvSpPr>
            <a:spLocks noGrp="1"/>
          </p:cNvSpPr>
          <p:nvPr>
            <p:ph sz="quarter" idx="24" hasCustomPrompt="1"/>
          </p:nvPr>
        </p:nvSpPr>
        <p:spPr>
          <a:xfrm>
            <a:off x="2015716" y="2844000"/>
            <a:ext cx="5112567" cy="1692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Tree>
    <p:extLst>
      <p:ext uri="{BB962C8B-B14F-4D97-AF65-F5344CB8AC3E}">
        <p14:creationId xmlns:p14="http://schemas.microsoft.com/office/powerpoint/2010/main" val="1215346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6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8" name="Inhaltsplatzhalter 7"/>
          <p:cNvSpPr>
            <a:spLocks noGrp="1"/>
          </p:cNvSpPr>
          <p:nvPr>
            <p:ph sz="quarter" idx="21" hasCustomPrompt="1"/>
          </p:nvPr>
        </p:nvSpPr>
        <p:spPr>
          <a:xfrm>
            <a:off x="-1" y="1080000"/>
            <a:ext cx="1979713"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9" name="Inhaltsplatzhalter 7"/>
          <p:cNvSpPr>
            <a:spLocks noGrp="1"/>
          </p:cNvSpPr>
          <p:nvPr>
            <p:ph sz="quarter" idx="22" hasCustomPrompt="1"/>
          </p:nvPr>
        </p:nvSpPr>
        <p:spPr>
          <a:xfrm>
            <a:off x="7164287" y="1080000"/>
            <a:ext cx="1979713"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3" name="Inhaltsplatzhalter 7"/>
          <p:cNvSpPr>
            <a:spLocks noGrp="1"/>
          </p:cNvSpPr>
          <p:nvPr>
            <p:ph sz="quarter" idx="20" hasCustomPrompt="1"/>
          </p:nvPr>
        </p:nvSpPr>
        <p:spPr>
          <a:xfrm>
            <a:off x="2015715" y="1080000"/>
            <a:ext cx="5112569"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4" name="Inhaltsplatzhalter 7"/>
          <p:cNvSpPr>
            <a:spLocks noGrp="1"/>
          </p:cNvSpPr>
          <p:nvPr>
            <p:ph sz="quarter" idx="25" hasCustomPrompt="1"/>
          </p:nvPr>
        </p:nvSpPr>
        <p:spPr>
          <a:xfrm>
            <a:off x="2015716" y="3420000"/>
            <a:ext cx="5112568" cy="1116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5" name="Inhaltsplatzhalter 7"/>
          <p:cNvSpPr>
            <a:spLocks noGrp="1"/>
          </p:cNvSpPr>
          <p:nvPr>
            <p:ph sz="quarter" idx="26" hasCustomPrompt="1"/>
          </p:nvPr>
        </p:nvSpPr>
        <p:spPr>
          <a:xfrm>
            <a:off x="2015714" y="2250000"/>
            <a:ext cx="5112569"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Tree>
    <p:extLst>
      <p:ext uri="{BB962C8B-B14F-4D97-AF65-F5344CB8AC3E}">
        <p14:creationId xmlns:p14="http://schemas.microsoft.com/office/powerpoint/2010/main" val="39818678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7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2736204" y="1080000"/>
            <a:ext cx="3672000"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8" name="Inhaltsplatzhalter 7"/>
          <p:cNvSpPr>
            <a:spLocks noGrp="1"/>
          </p:cNvSpPr>
          <p:nvPr>
            <p:ph sz="quarter" idx="21" hasCustomPrompt="1"/>
          </p:nvPr>
        </p:nvSpPr>
        <p:spPr>
          <a:xfrm>
            <a:off x="-1" y="1080000"/>
            <a:ext cx="2699793" cy="3456000"/>
          </a:xfrm>
        </p:spPr>
        <p:txBody>
          <a:bodyPr>
            <a:normAutofit/>
          </a:bodyPr>
          <a:lstStyle>
            <a:lvl1pPr marL="216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800">
                <a:solidFill>
                  <a:schemeClr val="tx1"/>
                </a:solidFill>
              </a:defRPr>
            </a:lvl1pPr>
            <a:lvl2pPr marL="432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600">
                <a:solidFill>
                  <a:schemeClr val="tx1"/>
                </a:solidFill>
              </a:defRPr>
            </a:lvl2pPr>
            <a:lvl3pPr marL="648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400">
                <a:solidFill>
                  <a:schemeClr val="tx1"/>
                </a:solidFill>
              </a:defRPr>
            </a:lvl3pPr>
            <a:lvl4pPr marL="864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200">
                <a:solidFill>
                  <a:schemeClr val="tx1"/>
                </a:solidFill>
              </a:defRPr>
            </a:lvl4pPr>
            <a:lvl5pPr marL="1080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100">
                <a:solidFill>
                  <a:schemeClr val="tx1"/>
                </a:solidFill>
              </a:defRPr>
            </a:lvl5pPr>
          </a:lstStyle>
          <a:p>
            <a:pPr marL="216000" marR="0" lvl="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800" b="0" i="0" u="none" strike="noStrike" kern="1200" cap="none" spc="0" normalizeH="0" baseline="0" noProof="0" dirty="0">
                <a:ln>
                  <a:noFill/>
                </a:ln>
                <a:solidFill>
                  <a:prstClr val="black"/>
                </a:solidFill>
                <a:effectLst/>
                <a:uLnTx/>
                <a:uFillTx/>
                <a:latin typeface="+mn-lt"/>
                <a:ea typeface="+mn-ea"/>
                <a:cs typeface="+mn-cs"/>
              </a:rPr>
              <a:t>Erste Ebene</a:t>
            </a:r>
          </a:p>
          <a:p>
            <a:pPr marL="432000" marR="0" lvl="1"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600" b="0" i="0" u="none" strike="noStrike" kern="1200" cap="none" spc="0" normalizeH="0" baseline="0" noProof="0" dirty="0">
                <a:ln>
                  <a:noFill/>
                </a:ln>
                <a:solidFill>
                  <a:prstClr val="black"/>
                </a:solidFill>
                <a:effectLst/>
                <a:uLnTx/>
                <a:uFillTx/>
                <a:latin typeface="+mn-lt"/>
                <a:ea typeface="+mn-ea"/>
                <a:cs typeface="+mn-cs"/>
              </a:rPr>
              <a:t>Zweite Ebene</a:t>
            </a:r>
          </a:p>
          <a:p>
            <a:pPr marL="648000" marR="0" lvl="2"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400" b="0" i="0" u="none" strike="noStrike" kern="1200" cap="none" spc="0" normalizeH="0" baseline="0" noProof="0" dirty="0">
                <a:ln>
                  <a:noFill/>
                </a:ln>
                <a:solidFill>
                  <a:prstClr val="black"/>
                </a:solidFill>
                <a:effectLst/>
                <a:uLnTx/>
                <a:uFillTx/>
                <a:latin typeface="+mn-lt"/>
                <a:ea typeface="+mn-ea"/>
                <a:cs typeface="+mn-cs"/>
              </a:rPr>
              <a:t>Dritte Ebene</a:t>
            </a:r>
          </a:p>
          <a:p>
            <a:pPr marL="864000" marR="0" lvl="3"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200" b="0" i="0" u="none" strike="noStrike" kern="1200" cap="none" spc="0" normalizeH="0" baseline="0" noProof="0" dirty="0">
                <a:ln>
                  <a:noFill/>
                </a:ln>
                <a:solidFill>
                  <a:prstClr val="black"/>
                </a:solidFill>
                <a:effectLst/>
                <a:uLnTx/>
                <a:uFillTx/>
                <a:latin typeface="+mn-lt"/>
                <a:ea typeface="+mn-ea"/>
                <a:cs typeface="+mn-cs"/>
              </a:rPr>
              <a:t>Vierte Ebene</a:t>
            </a:r>
          </a:p>
          <a:p>
            <a:pPr marL="1080000" marR="0" lvl="4"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100" b="0" i="0" u="none" strike="noStrike" kern="1200" cap="none" spc="0" normalizeH="0" baseline="0" noProof="0" dirty="0">
                <a:ln>
                  <a:noFill/>
                </a:ln>
                <a:solidFill>
                  <a:prstClr val="black"/>
                </a:solidFill>
                <a:effectLst/>
                <a:uLnTx/>
                <a:uFillTx/>
                <a:latin typeface="+mn-lt"/>
                <a:ea typeface="+mn-ea"/>
                <a:cs typeface="+mn-cs"/>
              </a:rPr>
              <a:t>Fünfte Ebene</a:t>
            </a:r>
          </a:p>
        </p:txBody>
      </p:sp>
      <p:sp>
        <p:nvSpPr>
          <p:cNvPr id="9" name="Inhaltsplatzhalter 7"/>
          <p:cNvSpPr>
            <a:spLocks noGrp="1"/>
          </p:cNvSpPr>
          <p:nvPr>
            <p:ph sz="quarter" idx="22" hasCustomPrompt="1"/>
          </p:nvPr>
        </p:nvSpPr>
        <p:spPr>
          <a:xfrm>
            <a:off x="6444508" y="1080000"/>
            <a:ext cx="2700000" cy="3456000"/>
          </a:xfrm>
        </p:spPr>
        <p:txBody>
          <a:bodyPr>
            <a:normAutofit/>
          </a:bodyPr>
          <a:lstStyle>
            <a:lvl1pPr marL="216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800">
                <a:solidFill>
                  <a:schemeClr val="tx1"/>
                </a:solidFill>
              </a:defRPr>
            </a:lvl1pPr>
            <a:lvl2pPr marL="432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600">
                <a:solidFill>
                  <a:schemeClr val="tx1"/>
                </a:solidFill>
              </a:defRPr>
            </a:lvl2pPr>
            <a:lvl3pPr marL="648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400">
                <a:solidFill>
                  <a:schemeClr val="tx1"/>
                </a:solidFill>
              </a:defRPr>
            </a:lvl3pPr>
            <a:lvl4pPr marL="864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200">
                <a:solidFill>
                  <a:schemeClr val="tx1"/>
                </a:solidFill>
              </a:defRPr>
            </a:lvl4pPr>
            <a:lvl5pPr marL="1080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100">
                <a:solidFill>
                  <a:schemeClr val="tx1"/>
                </a:solidFill>
              </a:defRPr>
            </a:lvl5pPr>
          </a:lstStyle>
          <a:p>
            <a:pPr marL="216000" marR="0" lvl="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800" b="0" i="0" u="none" strike="noStrike" kern="1200" cap="none" spc="0" normalizeH="0" baseline="0" noProof="0" dirty="0">
                <a:ln>
                  <a:noFill/>
                </a:ln>
                <a:solidFill>
                  <a:prstClr val="black"/>
                </a:solidFill>
                <a:effectLst/>
                <a:uLnTx/>
                <a:uFillTx/>
                <a:latin typeface="+mn-lt"/>
                <a:ea typeface="+mn-ea"/>
                <a:cs typeface="+mn-cs"/>
              </a:rPr>
              <a:t>Erste Ebene</a:t>
            </a:r>
          </a:p>
          <a:p>
            <a:pPr marL="432000" marR="0" lvl="1"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600" b="0" i="0" u="none" strike="noStrike" kern="1200" cap="none" spc="0" normalizeH="0" baseline="0" noProof="0" dirty="0">
                <a:ln>
                  <a:noFill/>
                </a:ln>
                <a:solidFill>
                  <a:prstClr val="black"/>
                </a:solidFill>
                <a:effectLst/>
                <a:uLnTx/>
                <a:uFillTx/>
                <a:latin typeface="+mn-lt"/>
                <a:ea typeface="+mn-ea"/>
                <a:cs typeface="+mn-cs"/>
              </a:rPr>
              <a:t>Zweite Ebene</a:t>
            </a:r>
          </a:p>
          <a:p>
            <a:pPr marL="648000" marR="0" lvl="2"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400" b="0" i="0" u="none" strike="noStrike" kern="1200" cap="none" spc="0" normalizeH="0" baseline="0" noProof="0" dirty="0">
                <a:ln>
                  <a:noFill/>
                </a:ln>
                <a:solidFill>
                  <a:prstClr val="black"/>
                </a:solidFill>
                <a:effectLst/>
                <a:uLnTx/>
                <a:uFillTx/>
                <a:latin typeface="+mn-lt"/>
                <a:ea typeface="+mn-ea"/>
                <a:cs typeface="+mn-cs"/>
              </a:rPr>
              <a:t>Dritte Ebene</a:t>
            </a:r>
          </a:p>
          <a:p>
            <a:pPr marL="864000" marR="0" lvl="3"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200" b="0" i="0" u="none" strike="noStrike" kern="1200" cap="none" spc="0" normalizeH="0" baseline="0" noProof="0" dirty="0">
                <a:ln>
                  <a:noFill/>
                </a:ln>
                <a:solidFill>
                  <a:prstClr val="black"/>
                </a:solidFill>
                <a:effectLst/>
                <a:uLnTx/>
                <a:uFillTx/>
                <a:latin typeface="+mn-lt"/>
                <a:ea typeface="+mn-ea"/>
                <a:cs typeface="+mn-cs"/>
              </a:rPr>
              <a:t>Vierte Ebene</a:t>
            </a:r>
          </a:p>
          <a:p>
            <a:pPr marL="1080000" marR="0" lvl="4"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100" b="0" i="0" u="none" strike="noStrike" kern="1200" cap="none" spc="0" normalizeH="0" baseline="0" noProof="0" dirty="0">
                <a:ln>
                  <a:noFill/>
                </a:ln>
                <a:solidFill>
                  <a:prstClr val="black"/>
                </a:solidFill>
                <a:effectLst/>
                <a:uLnTx/>
                <a:uFillTx/>
                <a:latin typeface="+mn-lt"/>
                <a:ea typeface="+mn-ea"/>
                <a:cs typeface="+mn-cs"/>
              </a:rPr>
              <a:t>Fünfte Ebene</a:t>
            </a:r>
          </a:p>
        </p:txBody>
      </p:sp>
    </p:spTree>
    <p:extLst>
      <p:ext uri="{BB962C8B-B14F-4D97-AF65-F5344CB8AC3E}">
        <p14:creationId xmlns:p14="http://schemas.microsoft.com/office/powerpoint/2010/main" val="18377531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8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2736204" y="1080000"/>
            <a:ext cx="3672000"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0" name="Inhaltsplatzhalter 7"/>
          <p:cNvSpPr>
            <a:spLocks noGrp="1"/>
          </p:cNvSpPr>
          <p:nvPr>
            <p:ph sz="quarter" idx="23" hasCustomPrompt="1"/>
          </p:nvPr>
        </p:nvSpPr>
        <p:spPr>
          <a:xfrm>
            <a:off x="-1" y="1080000"/>
            <a:ext cx="2699793" cy="1692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1" name="Inhaltsplatzhalter 7"/>
          <p:cNvSpPr>
            <a:spLocks noGrp="1"/>
          </p:cNvSpPr>
          <p:nvPr>
            <p:ph sz="quarter" idx="24" hasCustomPrompt="1"/>
          </p:nvPr>
        </p:nvSpPr>
        <p:spPr>
          <a:xfrm>
            <a:off x="0" y="2844000"/>
            <a:ext cx="2699793" cy="1692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4" name="Inhaltsplatzhalter 7"/>
          <p:cNvSpPr>
            <a:spLocks noGrp="1"/>
          </p:cNvSpPr>
          <p:nvPr>
            <p:ph sz="quarter" idx="25" hasCustomPrompt="1"/>
          </p:nvPr>
        </p:nvSpPr>
        <p:spPr>
          <a:xfrm>
            <a:off x="6444715" y="1080000"/>
            <a:ext cx="2699793" cy="1692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5" name="Inhaltsplatzhalter 7"/>
          <p:cNvSpPr>
            <a:spLocks noGrp="1"/>
          </p:cNvSpPr>
          <p:nvPr>
            <p:ph sz="quarter" idx="26" hasCustomPrompt="1"/>
          </p:nvPr>
        </p:nvSpPr>
        <p:spPr>
          <a:xfrm>
            <a:off x="6444716" y="2844000"/>
            <a:ext cx="2699793" cy="1692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Tree>
    <p:extLst>
      <p:ext uri="{BB962C8B-B14F-4D97-AF65-F5344CB8AC3E}">
        <p14:creationId xmlns:p14="http://schemas.microsoft.com/office/powerpoint/2010/main" val="30796597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9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2736204" y="1080000"/>
            <a:ext cx="3672000"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6" name="Inhaltsplatzhalter 7"/>
          <p:cNvSpPr>
            <a:spLocks noGrp="1"/>
          </p:cNvSpPr>
          <p:nvPr>
            <p:ph sz="quarter" idx="27" hasCustomPrompt="1"/>
          </p:nvPr>
        </p:nvSpPr>
        <p:spPr>
          <a:xfrm>
            <a:off x="2" y="1080000"/>
            <a:ext cx="2699692"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7" name="Inhaltsplatzhalter 7"/>
          <p:cNvSpPr>
            <a:spLocks noGrp="1"/>
          </p:cNvSpPr>
          <p:nvPr>
            <p:ph sz="quarter" idx="28" hasCustomPrompt="1"/>
          </p:nvPr>
        </p:nvSpPr>
        <p:spPr>
          <a:xfrm>
            <a:off x="2" y="3420000"/>
            <a:ext cx="2699692" cy="1116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8" name="Inhaltsplatzhalter 7"/>
          <p:cNvSpPr>
            <a:spLocks noGrp="1"/>
          </p:cNvSpPr>
          <p:nvPr>
            <p:ph sz="quarter" idx="29" hasCustomPrompt="1"/>
          </p:nvPr>
        </p:nvSpPr>
        <p:spPr>
          <a:xfrm>
            <a:off x="1" y="2250000"/>
            <a:ext cx="2699692"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9" name="Inhaltsplatzhalter 7"/>
          <p:cNvSpPr>
            <a:spLocks noGrp="1"/>
          </p:cNvSpPr>
          <p:nvPr>
            <p:ph sz="quarter" idx="30" hasCustomPrompt="1"/>
          </p:nvPr>
        </p:nvSpPr>
        <p:spPr>
          <a:xfrm>
            <a:off x="6444816" y="1080000"/>
            <a:ext cx="2699692"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20" name="Inhaltsplatzhalter 7"/>
          <p:cNvSpPr>
            <a:spLocks noGrp="1"/>
          </p:cNvSpPr>
          <p:nvPr>
            <p:ph sz="quarter" idx="31" hasCustomPrompt="1"/>
          </p:nvPr>
        </p:nvSpPr>
        <p:spPr>
          <a:xfrm>
            <a:off x="6444816" y="3420000"/>
            <a:ext cx="2699692" cy="1116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22" name="Inhaltsplatzhalter 7"/>
          <p:cNvSpPr>
            <a:spLocks noGrp="1"/>
          </p:cNvSpPr>
          <p:nvPr>
            <p:ph sz="quarter" idx="32" hasCustomPrompt="1"/>
          </p:nvPr>
        </p:nvSpPr>
        <p:spPr>
          <a:xfrm>
            <a:off x="6444815" y="2250000"/>
            <a:ext cx="2699692"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Tree>
    <p:extLst>
      <p:ext uri="{BB962C8B-B14F-4D97-AF65-F5344CB8AC3E}">
        <p14:creationId xmlns:p14="http://schemas.microsoft.com/office/powerpoint/2010/main" val="25744613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0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3186000" y="1080000"/>
            <a:ext cx="2772000"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8" name="Inhaltsplatzhalter 7"/>
          <p:cNvSpPr>
            <a:spLocks noGrp="1"/>
          </p:cNvSpPr>
          <p:nvPr>
            <p:ph sz="quarter" idx="21" hasCustomPrompt="1"/>
          </p:nvPr>
        </p:nvSpPr>
        <p:spPr>
          <a:xfrm>
            <a:off x="360038" y="1080000"/>
            <a:ext cx="2772000" cy="3456000"/>
          </a:xfrm>
        </p:spPr>
        <p:txBody>
          <a:bodyPr>
            <a:normAutofit/>
          </a:bodyPr>
          <a:lstStyle>
            <a:lvl1pPr marL="216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800">
                <a:solidFill>
                  <a:schemeClr val="tx1"/>
                </a:solidFill>
              </a:defRPr>
            </a:lvl1pPr>
            <a:lvl2pPr marL="432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600">
                <a:solidFill>
                  <a:schemeClr val="tx1"/>
                </a:solidFill>
              </a:defRPr>
            </a:lvl2pPr>
            <a:lvl3pPr marL="648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400">
                <a:solidFill>
                  <a:schemeClr val="tx1"/>
                </a:solidFill>
              </a:defRPr>
            </a:lvl3pPr>
            <a:lvl4pPr marL="864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200">
                <a:solidFill>
                  <a:schemeClr val="tx1"/>
                </a:solidFill>
              </a:defRPr>
            </a:lvl4pPr>
            <a:lvl5pPr marL="1080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100">
                <a:solidFill>
                  <a:schemeClr val="tx1"/>
                </a:solidFill>
              </a:defRPr>
            </a:lvl5pPr>
          </a:lstStyle>
          <a:p>
            <a:pPr marL="216000" marR="0" lvl="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800" b="0" i="0" u="none" strike="noStrike" kern="1200" cap="none" spc="0" normalizeH="0" baseline="0" noProof="0" dirty="0">
                <a:ln>
                  <a:noFill/>
                </a:ln>
                <a:solidFill>
                  <a:prstClr val="black"/>
                </a:solidFill>
                <a:effectLst/>
                <a:uLnTx/>
                <a:uFillTx/>
                <a:latin typeface="+mn-lt"/>
                <a:ea typeface="+mn-ea"/>
                <a:cs typeface="+mn-cs"/>
              </a:rPr>
              <a:t>Erste Ebene</a:t>
            </a:r>
          </a:p>
          <a:p>
            <a:pPr marL="432000" marR="0" lvl="1"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600" b="0" i="0" u="none" strike="noStrike" kern="1200" cap="none" spc="0" normalizeH="0" baseline="0" noProof="0" dirty="0">
                <a:ln>
                  <a:noFill/>
                </a:ln>
                <a:solidFill>
                  <a:prstClr val="black"/>
                </a:solidFill>
                <a:effectLst/>
                <a:uLnTx/>
                <a:uFillTx/>
                <a:latin typeface="+mn-lt"/>
                <a:ea typeface="+mn-ea"/>
                <a:cs typeface="+mn-cs"/>
              </a:rPr>
              <a:t>Zweite Ebene</a:t>
            </a:r>
          </a:p>
          <a:p>
            <a:pPr marL="648000" marR="0" lvl="2"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400" b="0" i="0" u="none" strike="noStrike" kern="1200" cap="none" spc="0" normalizeH="0" baseline="0" noProof="0" dirty="0">
                <a:ln>
                  <a:noFill/>
                </a:ln>
                <a:solidFill>
                  <a:prstClr val="black"/>
                </a:solidFill>
                <a:effectLst/>
                <a:uLnTx/>
                <a:uFillTx/>
                <a:latin typeface="+mn-lt"/>
                <a:ea typeface="+mn-ea"/>
                <a:cs typeface="+mn-cs"/>
              </a:rPr>
              <a:t>Dritte Ebene</a:t>
            </a:r>
          </a:p>
          <a:p>
            <a:pPr marL="864000" marR="0" lvl="3"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200" b="0" i="0" u="none" strike="noStrike" kern="1200" cap="none" spc="0" normalizeH="0" baseline="0" noProof="0" dirty="0">
                <a:ln>
                  <a:noFill/>
                </a:ln>
                <a:solidFill>
                  <a:prstClr val="black"/>
                </a:solidFill>
                <a:effectLst/>
                <a:uLnTx/>
                <a:uFillTx/>
                <a:latin typeface="+mn-lt"/>
                <a:ea typeface="+mn-ea"/>
                <a:cs typeface="+mn-cs"/>
              </a:rPr>
              <a:t>Vierte Ebene</a:t>
            </a:r>
          </a:p>
          <a:p>
            <a:pPr marL="1080000" marR="0" lvl="4"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100" b="0" i="0" u="none" strike="noStrike" kern="1200" cap="none" spc="0" normalizeH="0" baseline="0" noProof="0" dirty="0">
                <a:ln>
                  <a:noFill/>
                </a:ln>
                <a:solidFill>
                  <a:prstClr val="black"/>
                </a:solidFill>
                <a:effectLst/>
                <a:uLnTx/>
                <a:uFillTx/>
                <a:latin typeface="+mn-lt"/>
                <a:ea typeface="+mn-ea"/>
                <a:cs typeface="+mn-cs"/>
              </a:rPr>
              <a:t>Fünfte Ebene</a:t>
            </a:r>
          </a:p>
        </p:txBody>
      </p:sp>
      <p:sp>
        <p:nvSpPr>
          <p:cNvPr id="9" name="Inhaltsplatzhalter 7"/>
          <p:cNvSpPr>
            <a:spLocks noGrp="1"/>
          </p:cNvSpPr>
          <p:nvPr>
            <p:ph sz="quarter" idx="22" hasCustomPrompt="1"/>
          </p:nvPr>
        </p:nvSpPr>
        <p:spPr>
          <a:xfrm>
            <a:off x="6012160" y="1080000"/>
            <a:ext cx="2772000" cy="3456000"/>
          </a:xfrm>
        </p:spPr>
        <p:txBody>
          <a:bodyPr>
            <a:normAutofit/>
          </a:bodyPr>
          <a:lstStyle>
            <a:lvl1pPr marL="216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800">
                <a:solidFill>
                  <a:schemeClr val="tx1"/>
                </a:solidFill>
              </a:defRPr>
            </a:lvl1pPr>
            <a:lvl2pPr marL="432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600">
                <a:solidFill>
                  <a:schemeClr val="tx1"/>
                </a:solidFill>
              </a:defRPr>
            </a:lvl2pPr>
            <a:lvl3pPr marL="648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400">
                <a:solidFill>
                  <a:schemeClr val="tx1"/>
                </a:solidFill>
              </a:defRPr>
            </a:lvl3pPr>
            <a:lvl4pPr marL="864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200">
                <a:solidFill>
                  <a:schemeClr val="tx1"/>
                </a:solidFill>
              </a:defRPr>
            </a:lvl4pPr>
            <a:lvl5pPr marL="1080000" marR="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sz="1100">
                <a:solidFill>
                  <a:schemeClr val="tx1"/>
                </a:solidFill>
              </a:defRPr>
            </a:lvl5pPr>
          </a:lstStyle>
          <a:p>
            <a:pPr marL="216000" marR="0" lvl="0"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800" b="0" i="0" u="none" strike="noStrike" kern="1200" cap="none" spc="0" normalizeH="0" baseline="0" noProof="0" dirty="0">
                <a:ln>
                  <a:noFill/>
                </a:ln>
                <a:solidFill>
                  <a:prstClr val="black"/>
                </a:solidFill>
                <a:effectLst/>
                <a:uLnTx/>
                <a:uFillTx/>
                <a:latin typeface="+mn-lt"/>
                <a:ea typeface="+mn-ea"/>
                <a:cs typeface="+mn-cs"/>
              </a:rPr>
              <a:t>Erste Ebene</a:t>
            </a:r>
          </a:p>
          <a:p>
            <a:pPr marL="432000" marR="0" lvl="1"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600" b="0" i="0" u="none" strike="noStrike" kern="1200" cap="none" spc="0" normalizeH="0" baseline="0" noProof="0" dirty="0">
                <a:ln>
                  <a:noFill/>
                </a:ln>
                <a:solidFill>
                  <a:prstClr val="black"/>
                </a:solidFill>
                <a:effectLst/>
                <a:uLnTx/>
                <a:uFillTx/>
                <a:latin typeface="+mn-lt"/>
                <a:ea typeface="+mn-ea"/>
                <a:cs typeface="+mn-cs"/>
              </a:rPr>
              <a:t>Zweite Ebene</a:t>
            </a:r>
          </a:p>
          <a:p>
            <a:pPr marL="648000" marR="0" lvl="2"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400" b="0" i="0" u="none" strike="noStrike" kern="1200" cap="none" spc="0" normalizeH="0" baseline="0" noProof="0" dirty="0">
                <a:ln>
                  <a:noFill/>
                </a:ln>
                <a:solidFill>
                  <a:prstClr val="black"/>
                </a:solidFill>
                <a:effectLst/>
                <a:uLnTx/>
                <a:uFillTx/>
                <a:latin typeface="+mn-lt"/>
                <a:ea typeface="+mn-ea"/>
                <a:cs typeface="+mn-cs"/>
              </a:rPr>
              <a:t>Dritte Ebene</a:t>
            </a:r>
          </a:p>
          <a:p>
            <a:pPr marL="864000" marR="0" lvl="3"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200" b="0" i="0" u="none" strike="noStrike" kern="1200" cap="none" spc="0" normalizeH="0" baseline="0" noProof="0" dirty="0">
                <a:ln>
                  <a:noFill/>
                </a:ln>
                <a:solidFill>
                  <a:prstClr val="black"/>
                </a:solidFill>
                <a:effectLst/>
                <a:uLnTx/>
                <a:uFillTx/>
                <a:latin typeface="+mn-lt"/>
                <a:ea typeface="+mn-ea"/>
                <a:cs typeface="+mn-cs"/>
              </a:rPr>
              <a:t>Vierte Ebene</a:t>
            </a:r>
          </a:p>
          <a:p>
            <a:pPr marL="1080000" marR="0" lvl="4" indent="-216000" algn="l" defTabSz="685800" rtl="0" eaLnBrk="1" fontAlgn="auto" latinLnBrk="0" hangingPunct="1">
              <a:lnSpc>
                <a:spcPct val="100000"/>
              </a:lnSpc>
              <a:spcBef>
                <a:spcPts val="200"/>
              </a:spcBef>
              <a:spcAft>
                <a:spcPts val="0"/>
              </a:spcAft>
              <a:buClrTx/>
              <a:buSzTx/>
              <a:buFont typeface="Symbol" panose="05050102010706020507" pitchFamily="18" charset="2"/>
              <a:buChar char="-"/>
              <a:tabLst/>
              <a:defRPr/>
            </a:pPr>
            <a:r>
              <a:rPr kumimoji="0" lang="de-CH" sz="1100" b="0" i="0" u="none" strike="noStrike" kern="1200" cap="none" spc="0" normalizeH="0" baseline="0" noProof="0" dirty="0">
                <a:ln>
                  <a:noFill/>
                </a:ln>
                <a:solidFill>
                  <a:prstClr val="black"/>
                </a:solidFill>
                <a:effectLst/>
                <a:uLnTx/>
                <a:uFillTx/>
                <a:latin typeface="+mn-lt"/>
                <a:ea typeface="+mn-ea"/>
                <a:cs typeface="+mn-cs"/>
              </a:rPr>
              <a:t>Fünfte Ebene</a:t>
            </a:r>
          </a:p>
        </p:txBody>
      </p:sp>
    </p:spTree>
    <p:extLst>
      <p:ext uri="{BB962C8B-B14F-4D97-AF65-F5344CB8AC3E}">
        <p14:creationId xmlns:p14="http://schemas.microsoft.com/office/powerpoint/2010/main" val="8013087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2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3186000" y="1080000"/>
            <a:ext cx="2772000"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0" name="Inhaltsplatzhalter 7"/>
          <p:cNvSpPr>
            <a:spLocks noGrp="1"/>
          </p:cNvSpPr>
          <p:nvPr>
            <p:ph sz="quarter" idx="23" hasCustomPrompt="1"/>
          </p:nvPr>
        </p:nvSpPr>
        <p:spPr>
          <a:xfrm>
            <a:off x="359532" y="1080000"/>
            <a:ext cx="2772000" cy="1692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1" name="Inhaltsplatzhalter 7"/>
          <p:cNvSpPr>
            <a:spLocks noGrp="1"/>
          </p:cNvSpPr>
          <p:nvPr>
            <p:ph sz="quarter" idx="24" hasCustomPrompt="1"/>
          </p:nvPr>
        </p:nvSpPr>
        <p:spPr>
          <a:xfrm>
            <a:off x="359532" y="2844000"/>
            <a:ext cx="2772000" cy="1692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4" name="Inhaltsplatzhalter 7"/>
          <p:cNvSpPr>
            <a:spLocks noGrp="1"/>
          </p:cNvSpPr>
          <p:nvPr>
            <p:ph sz="quarter" idx="25" hasCustomPrompt="1"/>
          </p:nvPr>
        </p:nvSpPr>
        <p:spPr>
          <a:xfrm>
            <a:off x="6012160" y="1080000"/>
            <a:ext cx="2772000" cy="1692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5" name="Inhaltsplatzhalter 7"/>
          <p:cNvSpPr>
            <a:spLocks noGrp="1"/>
          </p:cNvSpPr>
          <p:nvPr>
            <p:ph sz="quarter" idx="26" hasCustomPrompt="1"/>
          </p:nvPr>
        </p:nvSpPr>
        <p:spPr>
          <a:xfrm>
            <a:off x="6012161" y="2844000"/>
            <a:ext cx="2772000" cy="1692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Tree>
    <p:extLst>
      <p:ext uri="{BB962C8B-B14F-4D97-AF65-F5344CB8AC3E}">
        <p14:creationId xmlns:p14="http://schemas.microsoft.com/office/powerpoint/2010/main" val="30581733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1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3186000" y="1080000"/>
            <a:ext cx="2772000"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0" name="Inhaltsplatzhalter 7"/>
          <p:cNvSpPr>
            <a:spLocks noGrp="1"/>
          </p:cNvSpPr>
          <p:nvPr>
            <p:ph sz="quarter" idx="27" hasCustomPrompt="1"/>
          </p:nvPr>
        </p:nvSpPr>
        <p:spPr>
          <a:xfrm>
            <a:off x="359533" y="1080000"/>
            <a:ext cx="2772000"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1" name="Inhaltsplatzhalter 7"/>
          <p:cNvSpPr>
            <a:spLocks noGrp="1"/>
          </p:cNvSpPr>
          <p:nvPr>
            <p:ph sz="quarter" idx="28" hasCustomPrompt="1"/>
          </p:nvPr>
        </p:nvSpPr>
        <p:spPr>
          <a:xfrm>
            <a:off x="359533" y="3420000"/>
            <a:ext cx="2772000" cy="1116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4" name="Inhaltsplatzhalter 7"/>
          <p:cNvSpPr>
            <a:spLocks noGrp="1"/>
          </p:cNvSpPr>
          <p:nvPr>
            <p:ph sz="quarter" idx="29" hasCustomPrompt="1"/>
          </p:nvPr>
        </p:nvSpPr>
        <p:spPr>
          <a:xfrm>
            <a:off x="359532" y="2250000"/>
            <a:ext cx="2772000"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5" name="Inhaltsplatzhalter 7"/>
          <p:cNvSpPr>
            <a:spLocks noGrp="1"/>
          </p:cNvSpPr>
          <p:nvPr>
            <p:ph sz="quarter" idx="30" hasCustomPrompt="1"/>
          </p:nvPr>
        </p:nvSpPr>
        <p:spPr>
          <a:xfrm>
            <a:off x="6011962" y="1080000"/>
            <a:ext cx="2772000"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6" name="Inhaltsplatzhalter 7"/>
          <p:cNvSpPr>
            <a:spLocks noGrp="1"/>
          </p:cNvSpPr>
          <p:nvPr>
            <p:ph sz="quarter" idx="31" hasCustomPrompt="1"/>
          </p:nvPr>
        </p:nvSpPr>
        <p:spPr>
          <a:xfrm>
            <a:off x="6011962" y="3420000"/>
            <a:ext cx="2772000" cy="1116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7" name="Inhaltsplatzhalter 7"/>
          <p:cNvSpPr>
            <a:spLocks noGrp="1"/>
          </p:cNvSpPr>
          <p:nvPr>
            <p:ph sz="quarter" idx="32" hasCustomPrompt="1"/>
          </p:nvPr>
        </p:nvSpPr>
        <p:spPr>
          <a:xfrm>
            <a:off x="6011961" y="2250000"/>
            <a:ext cx="2772000"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Tree>
    <p:extLst>
      <p:ext uri="{BB962C8B-B14F-4D97-AF65-F5344CB8AC3E}">
        <p14:creationId xmlns:p14="http://schemas.microsoft.com/office/powerpoint/2010/main" val="21446908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4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0" name="Inhaltsplatzhalter 53"/>
          <p:cNvSpPr>
            <a:spLocks noGrp="1"/>
          </p:cNvSpPr>
          <p:nvPr>
            <p:ph sz="half" idx="1" hasCustomPrompt="1"/>
          </p:nvPr>
        </p:nvSpPr>
        <p:spPr>
          <a:xfrm>
            <a:off x="0" y="1692000"/>
            <a:ext cx="1944000" cy="468000"/>
          </a:xfrm>
          <a:custGeom>
            <a:avLst/>
            <a:gdLst>
              <a:gd name="connsiteX0" fmla="*/ 0 w 2020970"/>
              <a:gd name="connsiteY0" fmla="*/ 0 h 457200"/>
              <a:gd name="connsiteX1" fmla="*/ 2020970 w 2020970"/>
              <a:gd name="connsiteY1" fmla="*/ 0 h 457200"/>
              <a:gd name="connsiteX2" fmla="*/ 2013980 w 2020970"/>
              <a:gd name="connsiteY2" fmla="*/ 5768 h 457200"/>
              <a:gd name="connsiteX3" fmla="*/ 1920242 w 2020970"/>
              <a:gd name="connsiteY3" fmla="*/ 232070 h 457200"/>
              <a:gd name="connsiteX4" fmla="*/ 1974900 w 2020970"/>
              <a:gd name="connsiteY4" fmla="*/ 411007 h 457200"/>
              <a:gd name="connsiteX5" fmla="*/ 2013012 w 2020970"/>
              <a:gd name="connsiteY5" fmla="*/ 457200 h 457200"/>
              <a:gd name="connsiteX6" fmla="*/ 0 w 2020970"/>
              <a:gd name="connsiteY6"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0970" h="457200">
                <a:moveTo>
                  <a:pt x="0" y="0"/>
                </a:moveTo>
                <a:lnTo>
                  <a:pt x="2020970" y="0"/>
                </a:lnTo>
                <a:lnTo>
                  <a:pt x="2013980" y="5768"/>
                </a:lnTo>
                <a:cubicBezTo>
                  <a:pt x="1956064" y="63684"/>
                  <a:pt x="1920242" y="143694"/>
                  <a:pt x="1920242" y="232070"/>
                </a:cubicBezTo>
                <a:cubicBezTo>
                  <a:pt x="1920242" y="298352"/>
                  <a:pt x="1940392" y="359929"/>
                  <a:pt x="1974900" y="411007"/>
                </a:cubicBezTo>
                <a:lnTo>
                  <a:pt x="2013012"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1" name="Bildplatzhalter 4"/>
          <p:cNvSpPr>
            <a:spLocks noGrp="1"/>
          </p:cNvSpPr>
          <p:nvPr>
            <p:ph type="pic" sz="quarter" idx="24"/>
          </p:nvPr>
        </p:nvSpPr>
        <p:spPr>
          <a:xfrm>
            <a:off x="1908000" y="1602000"/>
            <a:ext cx="648000" cy="648000"/>
          </a:xfrm>
          <a:prstGeom prst="ellipse">
            <a:avLst/>
          </a:prstGeom>
        </p:spPr>
        <p:txBody>
          <a:bodyPr anchor="ctr">
            <a:normAutofit/>
          </a:bodyPr>
          <a:lstStyle>
            <a:lvl1pPr marL="0" indent="0" algn="ctr">
              <a:buNone/>
              <a:defRPr sz="800"/>
            </a:lvl1pPr>
          </a:lstStyle>
          <a:p>
            <a:r>
              <a:rPr lang="de-DE" dirty="0"/>
              <a:t>Bild</a:t>
            </a:r>
            <a:endParaRPr lang="de-CH" dirty="0"/>
          </a:p>
        </p:txBody>
      </p:sp>
      <p:sp>
        <p:nvSpPr>
          <p:cNvPr id="14" name="Inhaltsplatzhalter 57"/>
          <p:cNvSpPr>
            <a:spLocks noGrp="1"/>
          </p:cNvSpPr>
          <p:nvPr>
            <p:ph sz="half" idx="27" hasCustomPrompt="1"/>
          </p:nvPr>
        </p:nvSpPr>
        <p:spPr>
          <a:xfrm>
            <a:off x="0" y="3456000"/>
            <a:ext cx="1944000" cy="468000"/>
          </a:xfrm>
          <a:custGeom>
            <a:avLst/>
            <a:gdLst>
              <a:gd name="connsiteX0" fmla="*/ 0 w 2020970"/>
              <a:gd name="connsiteY0" fmla="*/ 0 h 457200"/>
              <a:gd name="connsiteX1" fmla="*/ 2020970 w 2020970"/>
              <a:gd name="connsiteY1" fmla="*/ 0 h 457200"/>
              <a:gd name="connsiteX2" fmla="*/ 2013980 w 2020970"/>
              <a:gd name="connsiteY2" fmla="*/ 5768 h 457200"/>
              <a:gd name="connsiteX3" fmla="*/ 1920242 w 2020970"/>
              <a:gd name="connsiteY3" fmla="*/ 232070 h 457200"/>
              <a:gd name="connsiteX4" fmla="*/ 1974900 w 2020970"/>
              <a:gd name="connsiteY4" fmla="*/ 411007 h 457200"/>
              <a:gd name="connsiteX5" fmla="*/ 2013012 w 2020970"/>
              <a:gd name="connsiteY5" fmla="*/ 457200 h 457200"/>
              <a:gd name="connsiteX6" fmla="*/ 0 w 2020970"/>
              <a:gd name="connsiteY6"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0970" h="457200">
                <a:moveTo>
                  <a:pt x="0" y="0"/>
                </a:moveTo>
                <a:lnTo>
                  <a:pt x="2020970" y="0"/>
                </a:lnTo>
                <a:lnTo>
                  <a:pt x="2013980" y="5768"/>
                </a:lnTo>
                <a:cubicBezTo>
                  <a:pt x="1956064" y="63684"/>
                  <a:pt x="1920242" y="143694"/>
                  <a:pt x="1920242" y="232070"/>
                </a:cubicBezTo>
                <a:cubicBezTo>
                  <a:pt x="1920242" y="298352"/>
                  <a:pt x="1940392" y="359929"/>
                  <a:pt x="1974900" y="411007"/>
                </a:cubicBezTo>
                <a:lnTo>
                  <a:pt x="2013012"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5" name="Bildplatzhalter 4"/>
          <p:cNvSpPr>
            <a:spLocks noGrp="1"/>
          </p:cNvSpPr>
          <p:nvPr>
            <p:ph type="pic" sz="quarter" idx="28"/>
          </p:nvPr>
        </p:nvSpPr>
        <p:spPr>
          <a:xfrm>
            <a:off x="1908000" y="3366000"/>
            <a:ext cx="648000" cy="648000"/>
          </a:xfrm>
          <a:prstGeom prst="ellipse">
            <a:avLst/>
          </a:prstGeom>
        </p:spPr>
        <p:txBody>
          <a:bodyPr anchor="ctr">
            <a:normAutofit/>
          </a:bodyPr>
          <a:lstStyle>
            <a:lvl1pPr marL="0" indent="0" algn="ctr">
              <a:buNone/>
              <a:defRPr sz="800"/>
            </a:lvl1pPr>
          </a:lstStyle>
          <a:p>
            <a:r>
              <a:rPr lang="de-DE" dirty="0"/>
              <a:t>Bild</a:t>
            </a:r>
            <a:endParaRPr lang="de-CH" dirty="0"/>
          </a:p>
        </p:txBody>
      </p:sp>
      <p:sp>
        <p:nvSpPr>
          <p:cNvPr id="16" name="Inhaltsplatzhalter 7"/>
          <p:cNvSpPr>
            <a:spLocks noGrp="1"/>
          </p:cNvSpPr>
          <p:nvPr>
            <p:ph sz="quarter" idx="29" hasCustomPrompt="1"/>
          </p:nvPr>
        </p:nvSpPr>
        <p:spPr>
          <a:xfrm>
            <a:off x="2663787" y="1080000"/>
            <a:ext cx="6120213"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Tree>
    <p:extLst>
      <p:ext uri="{BB962C8B-B14F-4D97-AF65-F5344CB8AC3E}">
        <p14:creationId xmlns:p14="http://schemas.microsoft.com/office/powerpoint/2010/main" val="8801756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0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1" name="Inhaltsplatzhalter 49"/>
          <p:cNvSpPr>
            <a:spLocks noGrp="1"/>
          </p:cNvSpPr>
          <p:nvPr>
            <p:ph sz="half" idx="1" hasCustomPrompt="1"/>
          </p:nvPr>
        </p:nvSpPr>
        <p:spPr>
          <a:xfrm>
            <a:off x="0" y="1404000"/>
            <a:ext cx="1944000" cy="468000"/>
          </a:xfrm>
          <a:custGeom>
            <a:avLst/>
            <a:gdLst>
              <a:gd name="connsiteX0" fmla="*/ 0 w 2020970"/>
              <a:gd name="connsiteY0" fmla="*/ 0 h 457200"/>
              <a:gd name="connsiteX1" fmla="*/ 2020970 w 2020970"/>
              <a:gd name="connsiteY1" fmla="*/ 0 h 457200"/>
              <a:gd name="connsiteX2" fmla="*/ 2013980 w 2020970"/>
              <a:gd name="connsiteY2" fmla="*/ 5768 h 457200"/>
              <a:gd name="connsiteX3" fmla="*/ 1920242 w 2020970"/>
              <a:gd name="connsiteY3" fmla="*/ 232070 h 457200"/>
              <a:gd name="connsiteX4" fmla="*/ 1974900 w 2020970"/>
              <a:gd name="connsiteY4" fmla="*/ 411007 h 457200"/>
              <a:gd name="connsiteX5" fmla="*/ 2013012 w 2020970"/>
              <a:gd name="connsiteY5" fmla="*/ 457200 h 457200"/>
              <a:gd name="connsiteX6" fmla="*/ 0 w 2020970"/>
              <a:gd name="connsiteY6"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0970" h="457200">
                <a:moveTo>
                  <a:pt x="0" y="0"/>
                </a:moveTo>
                <a:lnTo>
                  <a:pt x="2020970" y="0"/>
                </a:lnTo>
                <a:lnTo>
                  <a:pt x="2013980" y="5768"/>
                </a:lnTo>
                <a:cubicBezTo>
                  <a:pt x="1956064" y="63684"/>
                  <a:pt x="1920242" y="143694"/>
                  <a:pt x="1920242" y="232070"/>
                </a:cubicBezTo>
                <a:cubicBezTo>
                  <a:pt x="1920242" y="298352"/>
                  <a:pt x="1940392" y="359929"/>
                  <a:pt x="1974900" y="411007"/>
                </a:cubicBezTo>
                <a:lnTo>
                  <a:pt x="2013012"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4" name="Bildplatzhalter 4"/>
          <p:cNvSpPr>
            <a:spLocks noGrp="1"/>
          </p:cNvSpPr>
          <p:nvPr>
            <p:ph type="pic" sz="quarter" idx="24"/>
          </p:nvPr>
        </p:nvSpPr>
        <p:spPr>
          <a:xfrm>
            <a:off x="1908000" y="1314000"/>
            <a:ext cx="648000" cy="648000"/>
          </a:xfrm>
          <a:prstGeom prst="ellipse">
            <a:avLst/>
          </a:prstGeom>
        </p:spPr>
        <p:txBody>
          <a:bodyPr anchor="ctr">
            <a:normAutofit/>
          </a:bodyPr>
          <a:lstStyle>
            <a:lvl1pPr marL="0" indent="0" algn="ctr">
              <a:buNone/>
              <a:defRPr sz="800"/>
            </a:lvl1pPr>
          </a:lstStyle>
          <a:p>
            <a:r>
              <a:rPr lang="de-DE" dirty="0"/>
              <a:t>Bild</a:t>
            </a:r>
            <a:endParaRPr lang="de-CH" dirty="0"/>
          </a:p>
        </p:txBody>
      </p:sp>
      <p:sp>
        <p:nvSpPr>
          <p:cNvPr id="15" name="Inhaltsplatzhalter 52"/>
          <p:cNvSpPr>
            <a:spLocks noGrp="1"/>
          </p:cNvSpPr>
          <p:nvPr>
            <p:ph sz="half" idx="29" hasCustomPrompt="1"/>
          </p:nvPr>
        </p:nvSpPr>
        <p:spPr>
          <a:xfrm>
            <a:off x="0" y="2574000"/>
            <a:ext cx="1944000" cy="468000"/>
          </a:xfrm>
          <a:custGeom>
            <a:avLst/>
            <a:gdLst>
              <a:gd name="connsiteX0" fmla="*/ 0 w 2199645"/>
              <a:gd name="connsiteY0" fmla="*/ 0 h 457200"/>
              <a:gd name="connsiteX1" fmla="*/ 2199645 w 2199645"/>
              <a:gd name="connsiteY1" fmla="*/ 0 h 457200"/>
              <a:gd name="connsiteX2" fmla="*/ 2196860 w 2199645"/>
              <a:gd name="connsiteY2" fmla="*/ 2298 h 457200"/>
              <a:gd name="connsiteX3" fmla="*/ 2103122 w 2199645"/>
              <a:gd name="connsiteY3" fmla="*/ 228600 h 457200"/>
              <a:gd name="connsiteX4" fmla="*/ 2196860 w 2199645"/>
              <a:gd name="connsiteY4" fmla="*/ 454902 h 457200"/>
              <a:gd name="connsiteX5" fmla="*/ 2199645 w 2199645"/>
              <a:gd name="connsiteY5" fmla="*/ 457200 h 457200"/>
              <a:gd name="connsiteX6" fmla="*/ 0 w 2199645"/>
              <a:gd name="connsiteY6"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9645" h="457200">
                <a:moveTo>
                  <a:pt x="0" y="0"/>
                </a:moveTo>
                <a:lnTo>
                  <a:pt x="2199645" y="0"/>
                </a:lnTo>
                <a:lnTo>
                  <a:pt x="2196860" y="2298"/>
                </a:lnTo>
                <a:cubicBezTo>
                  <a:pt x="2138944" y="60214"/>
                  <a:pt x="2103122" y="140224"/>
                  <a:pt x="2103122" y="228600"/>
                </a:cubicBezTo>
                <a:cubicBezTo>
                  <a:pt x="2103122" y="316977"/>
                  <a:pt x="2138944" y="396987"/>
                  <a:pt x="2196860" y="454902"/>
                </a:cubicBezTo>
                <a:lnTo>
                  <a:pt x="2199645"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6" name="Inhaltsplatzhalter 55"/>
          <p:cNvSpPr>
            <a:spLocks noGrp="1"/>
          </p:cNvSpPr>
          <p:nvPr>
            <p:ph sz="half" idx="31" hasCustomPrompt="1"/>
          </p:nvPr>
        </p:nvSpPr>
        <p:spPr>
          <a:xfrm>
            <a:off x="0" y="3744000"/>
            <a:ext cx="1944000" cy="468000"/>
          </a:xfrm>
          <a:custGeom>
            <a:avLst/>
            <a:gdLst>
              <a:gd name="connsiteX0" fmla="*/ 0 w 2382522"/>
              <a:gd name="connsiteY0" fmla="*/ 0 h 457200"/>
              <a:gd name="connsiteX1" fmla="*/ 2382522 w 2382522"/>
              <a:gd name="connsiteY1" fmla="*/ 0 h 457200"/>
              <a:gd name="connsiteX2" fmla="*/ 2379738 w 2382522"/>
              <a:gd name="connsiteY2" fmla="*/ 2298 h 457200"/>
              <a:gd name="connsiteX3" fmla="*/ 2286000 w 2382522"/>
              <a:gd name="connsiteY3" fmla="*/ 228600 h 457200"/>
              <a:gd name="connsiteX4" fmla="*/ 2379738 w 2382522"/>
              <a:gd name="connsiteY4" fmla="*/ 454903 h 457200"/>
              <a:gd name="connsiteX5" fmla="*/ 2382522 w 2382522"/>
              <a:gd name="connsiteY5" fmla="*/ 457200 h 457200"/>
              <a:gd name="connsiteX6" fmla="*/ 0 w 2382522"/>
              <a:gd name="connsiteY6"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2522" h="457200">
                <a:moveTo>
                  <a:pt x="0" y="0"/>
                </a:moveTo>
                <a:lnTo>
                  <a:pt x="2382522" y="0"/>
                </a:lnTo>
                <a:lnTo>
                  <a:pt x="2379738" y="2298"/>
                </a:lnTo>
                <a:cubicBezTo>
                  <a:pt x="2321822" y="60214"/>
                  <a:pt x="2286000" y="140224"/>
                  <a:pt x="2286000" y="228600"/>
                </a:cubicBezTo>
                <a:cubicBezTo>
                  <a:pt x="2286000" y="316977"/>
                  <a:pt x="2321822" y="396987"/>
                  <a:pt x="2379738" y="454903"/>
                </a:cubicBezTo>
                <a:lnTo>
                  <a:pt x="2382522"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7" name="Bildplatzhalter 4"/>
          <p:cNvSpPr>
            <a:spLocks noGrp="1"/>
          </p:cNvSpPr>
          <p:nvPr>
            <p:ph type="pic" sz="quarter" idx="37"/>
          </p:nvPr>
        </p:nvSpPr>
        <p:spPr>
          <a:xfrm>
            <a:off x="1908000" y="2484000"/>
            <a:ext cx="648000" cy="648000"/>
          </a:xfrm>
          <a:prstGeom prst="ellipse">
            <a:avLst/>
          </a:prstGeom>
        </p:spPr>
        <p:txBody>
          <a:bodyPr anchor="ctr">
            <a:normAutofit/>
          </a:bodyPr>
          <a:lstStyle>
            <a:lvl1pPr marL="0" indent="0" algn="ctr">
              <a:buNone/>
              <a:defRPr sz="800"/>
            </a:lvl1pPr>
          </a:lstStyle>
          <a:p>
            <a:r>
              <a:rPr lang="de-DE" dirty="0"/>
              <a:t>Bild</a:t>
            </a:r>
            <a:endParaRPr lang="de-CH" dirty="0"/>
          </a:p>
        </p:txBody>
      </p:sp>
      <p:sp>
        <p:nvSpPr>
          <p:cNvPr id="18" name="Bildplatzhalter 4"/>
          <p:cNvSpPr>
            <a:spLocks noGrp="1"/>
          </p:cNvSpPr>
          <p:nvPr>
            <p:ph type="pic" sz="quarter" idx="38"/>
          </p:nvPr>
        </p:nvSpPr>
        <p:spPr>
          <a:xfrm>
            <a:off x="1908000" y="3654000"/>
            <a:ext cx="648000" cy="648000"/>
          </a:xfrm>
          <a:prstGeom prst="ellipse">
            <a:avLst/>
          </a:prstGeom>
        </p:spPr>
        <p:txBody>
          <a:bodyPr anchor="ctr">
            <a:normAutofit/>
          </a:bodyPr>
          <a:lstStyle>
            <a:lvl1pPr marL="0" indent="0" algn="ctr">
              <a:buNone/>
              <a:defRPr sz="800"/>
            </a:lvl1pPr>
          </a:lstStyle>
          <a:p>
            <a:r>
              <a:rPr lang="de-DE" dirty="0"/>
              <a:t>Bild</a:t>
            </a:r>
            <a:endParaRPr lang="de-CH" dirty="0"/>
          </a:p>
        </p:txBody>
      </p:sp>
      <p:sp>
        <p:nvSpPr>
          <p:cNvPr id="19" name="Inhaltsplatzhalter 7"/>
          <p:cNvSpPr>
            <a:spLocks noGrp="1"/>
          </p:cNvSpPr>
          <p:nvPr>
            <p:ph sz="quarter" idx="39" hasCustomPrompt="1"/>
          </p:nvPr>
        </p:nvSpPr>
        <p:spPr>
          <a:xfrm>
            <a:off x="2663787" y="1080000"/>
            <a:ext cx="6120213"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Tree>
    <p:extLst>
      <p:ext uri="{BB962C8B-B14F-4D97-AF65-F5344CB8AC3E}">
        <p14:creationId xmlns:p14="http://schemas.microsoft.com/office/powerpoint/2010/main" val="24393648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6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6" name="Inhaltsplatzhalter 18"/>
          <p:cNvSpPr>
            <a:spLocks noGrp="1"/>
          </p:cNvSpPr>
          <p:nvPr>
            <p:ph sz="half" idx="29" hasCustomPrompt="1"/>
          </p:nvPr>
        </p:nvSpPr>
        <p:spPr>
          <a:xfrm>
            <a:off x="0" y="1656000"/>
            <a:ext cx="2520000" cy="540000"/>
          </a:xfrm>
          <a:custGeom>
            <a:avLst/>
            <a:gdLst>
              <a:gd name="connsiteX0" fmla="*/ 0 w 2560325"/>
              <a:gd name="connsiteY0" fmla="*/ 0 h 457200"/>
              <a:gd name="connsiteX1" fmla="*/ 2331725 w 2560325"/>
              <a:gd name="connsiteY1" fmla="*/ 0 h 457200"/>
              <a:gd name="connsiteX2" fmla="*/ 2337803 w 2560325"/>
              <a:gd name="connsiteY2" fmla="*/ 0 h 457200"/>
              <a:gd name="connsiteX3" fmla="*/ 2337051 w 2560325"/>
              <a:gd name="connsiteY3" fmla="*/ 537 h 457200"/>
              <a:gd name="connsiteX4" fmla="*/ 2377796 w 2560325"/>
              <a:gd name="connsiteY4" fmla="*/ 4644 h 457200"/>
              <a:gd name="connsiteX5" fmla="*/ 2560325 w 2560325"/>
              <a:gd name="connsiteY5" fmla="*/ 228600 h 457200"/>
              <a:gd name="connsiteX6" fmla="*/ 2331725 w 2560325"/>
              <a:gd name="connsiteY6" fmla="*/ 457200 h 457200"/>
              <a:gd name="connsiteX7" fmla="*/ 2328265 w 2560325"/>
              <a:gd name="connsiteY7" fmla="*/ 456851 h 457200"/>
              <a:gd name="connsiteX8" fmla="*/ 2328598 w 2560325"/>
              <a:gd name="connsiteY8" fmla="*/ 457200 h 457200"/>
              <a:gd name="connsiteX9" fmla="*/ 0 w 2560325"/>
              <a:gd name="connsiteY9"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60325" h="457200">
                <a:moveTo>
                  <a:pt x="0" y="0"/>
                </a:moveTo>
                <a:lnTo>
                  <a:pt x="2331725" y="0"/>
                </a:lnTo>
                <a:lnTo>
                  <a:pt x="2337803" y="0"/>
                </a:lnTo>
                <a:lnTo>
                  <a:pt x="2337051" y="537"/>
                </a:lnTo>
                <a:lnTo>
                  <a:pt x="2377796" y="4644"/>
                </a:lnTo>
                <a:cubicBezTo>
                  <a:pt x="2481965" y="25961"/>
                  <a:pt x="2560325" y="118130"/>
                  <a:pt x="2560325" y="228600"/>
                </a:cubicBezTo>
                <a:cubicBezTo>
                  <a:pt x="2560325" y="354852"/>
                  <a:pt x="2457977" y="457200"/>
                  <a:pt x="2331725" y="457200"/>
                </a:cubicBezTo>
                <a:lnTo>
                  <a:pt x="2328265" y="456851"/>
                </a:lnTo>
                <a:lnTo>
                  <a:pt x="2328598"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7" name="Inhaltsplatzhalter 22"/>
          <p:cNvSpPr>
            <a:spLocks noGrp="1"/>
          </p:cNvSpPr>
          <p:nvPr>
            <p:ph sz="half" idx="30" hasCustomPrompt="1"/>
          </p:nvPr>
        </p:nvSpPr>
        <p:spPr>
          <a:xfrm>
            <a:off x="0" y="3420000"/>
            <a:ext cx="2520000" cy="540000"/>
          </a:xfrm>
          <a:custGeom>
            <a:avLst/>
            <a:gdLst>
              <a:gd name="connsiteX0" fmla="*/ 0 w 2560325"/>
              <a:gd name="connsiteY0" fmla="*/ 0 h 457200"/>
              <a:gd name="connsiteX1" fmla="*/ 2331725 w 2560325"/>
              <a:gd name="connsiteY1" fmla="*/ 0 h 457200"/>
              <a:gd name="connsiteX2" fmla="*/ 2337803 w 2560325"/>
              <a:gd name="connsiteY2" fmla="*/ 0 h 457200"/>
              <a:gd name="connsiteX3" fmla="*/ 2337051 w 2560325"/>
              <a:gd name="connsiteY3" fmla="*/ 537 h 457200"/>
              <a:gd name="connsiteX4" fmla="*/ 2377796 w 2560325"/>
              <a:gd name="connsiteY4" fmla="*/ 4644 h 457200"/>
              <a:gd name="connsiteX5" fmla="*/ 2560325 w 2560325"/>
              <a:gd name="connsiteY5" fmla="*/ 228600 h 457200"/>
              <a:gd name="connsiteX6" fmla="*/ 2331725 w 2560325"/>
              <a:gd name="connsiteY6" fmla="*/ 457200 h 457200"/>
              <a:gd name="connsiteX7" fmla="*/ 2328265 w 2560325"/>
              <a:gd name="connsiteY7" fmla="*/ 456851 h 457200"/>
              <a:gd name="connsiteX8" fmla="*/ 2328598 w 2560325"/>
              <a:gd name="connsiteY8" fmla="*/ 457200 h 457200"/>
              <a:gd name="connsiteX9" fmla="*/ 0 w 2560325"/>
              <a:gd name="connsiteY9"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60325" h="457200">
                <a:moveTo>
                  <a:pt x="0" y="0"/>
                </a:moveTo>
                <a:lnTo>
                  <a:pt x="2331725" y="0"/>
                </a:lnTo>
                <a:lnTo>
                  <a:pt x="2337803" y="0"/>
                </a:lnTo>
                <a:lnTo>
                  <a:pt x="2337051" y="537"/>
                </a:lnTo>
                <a:lnTo>
                  <a:pt x="2377796" y="4644"/>
                </a:lnTo>
                <a:cubicBezTo>
                  <a:pt x="2481965" y="25961"/>
                  <a:pt x="2560325" y="118130"/>
                  <a:pt x="2560325" y="228600"/>
                </a:cubicBezTo>
                <a:cubicBezTo>
                  <a:pt x="2560325" y="354852"/>
                  <a:pt x="2457977" y="457200"/>
                  <a:pt x="2331725" y="457200"/>
                </a:cubicBezTo>
                <a:lnTo>
                  <a:pt x="2328265" y="456851"/>
                </a:lnTo>
                <a:lnTo>
                  <a:pt x="2328598"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1" name="Inhaltsplatzhalter 7"/>
          <p:cNvSpPr>
            <a:spLocks noGrp="1"/>
          </p:cNvSpPr>
          <p:nvPr>
            <p:ph sz="quarter" idx="31" hasCustomPrompt="1"/>
          </p:nvPr>
        </p:nvSpPr>
        <p:spPr>
          <a:xfrm>
            <a:off x="2663787" y="1080000"/>
            <a:ext cx="6120213"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Tree>
    <p:extLst>
      <p:ext uri="{BB962C8B-B14F-4D97-AF65-F5344CB8AC3E}">
        <p14:creationId xmlns:p14="http://schemas.microsoft.com/office/powerpoint/2010/main" val="262917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2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9" name="Inhaltsplatzhalter 23"/>
          <p:cNvSpPr>
            <a:spLocks noGrp="1"/>
          </p:cNvSpPr>
          <p:nvPr>
            <p:ph sz="half" idx="31" hasCustomPrompt="1"/>
          </p:nvPr>
        </p:nvSpPr>
        <p:spPr>
          <a:xfrm>
            <a:off x="0" y="3708000"/>
            <a:ext cx="2520000" cy="540000"/>
          </a:xfrm>
          <a:custGeom>
            <a:avLst/>
            <a:gdLst>
              <a:gd name="connsiteX0" fmla="*/ 365762 w 2926087"/>
              <a:gd name="connsiteY0" fmla="*/ 0 h 458160"/>
              <a:gd name="connsiteX1" fmla="*/ 2697487 w 2926087"/>
              <a:gd name="connsiteY1" fmla="*/ 0 h 458160"/>
              <a:gd name="connsiteX2" fmla="*/ 2703565 w 2926087"/>
              <a:gd name="connsiteY2" fmla="*/ 0 h 458160"/>
              <a:gd name="connsiteX3" fmla="*/ 2702813 w 2926087"/>
              <a:gd name="connsiteY3" fmla="*/ 537 h 458160"/>
              <a:gd name="connsiteX4" fmla="*/ 2743558 w 2926087"/>
              <a:gd name="connsiteY4" fmla="*/ 4644 h 458160"/>
              <a:gd name="connsiteX5" fmla="*/ 2926087 w 2926087"/>
              <a:gd name="connsiteY5" fmla="*/ 228600 h 458160"/>
              <a:gd name="connsiteX6" fmla="*/ 2697487 w 2926087"/>
              <a:gd name="connsiteY6" fmla="*/ 457200 h 458160"/>
              <a:gd name="connsiteX7" fmla="*/ 2694027 w 2926087"/>
              <a:gd name="connsiteY7" fmla="*/ 456851 h 458160"/>
              <a:gd name="connsiteX8" fmla="*/ 2694360 w 2926087"/>
              <a:gd name="connsiteY8" fmla="*/ 457200 h 458160"/>
              <a:gd name="connsiteX9" fmla="*/ 2330584 w 2926087"/>
              <a:gd name="connsiteY9" fmla="*/ 457200 h 458160"/>
              <a:gd name="connsiteX10" fmla="*/ 2331720 w 2926087"/>
              <a:gd name="connsiteY10" fmla="*/ 458160 h 458160"/>
              <a:gd name="connsiteX11" fmla="*/ 182880 w 2926087"/>
              <a:gd name="connsiteY11" fmla="*/ 458160 h 458160"/>
              <a:gd name="connsiteX12" fmla="*/ 0 w 2926087"/>
              <a:gd name="connsiteY12" fmla="*/ 458160 h 458160"/>
              <a:gd name="connsiteX13" fmla="*/ 0 w 2926087"/>
              <a:gd name="connsiteY13" fmla="*/ 960 h 458160"/>
              <a:gd name="connsiteX14" fmla="*/ 182880 w 2926087"/>
              <a:gd name="connsiteY14" fmla="*/ 960 h 458160"/>
              <a:gd name="connsiteX15" fmla="*/ 365762 w 2926087"/>
              <a:gd name="connsiteY15" fmla="*/ 960 h 45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26087" h="458160">
                <a:moveTo>
                  <a:pt x="365762" y="0"/>
                </a:moveTo>
                <a:lnTo>
                  <a:pt x="2697487" y="0"/>
                </a:lnTo>
                <a:lnTo>
                  <a:pt x="2703565" y="0"/>
                </a:lnTo>
                <a:lnTo>
                  <a:pt x="2702813" y="537"/>
                </a:lnTo>
                <a:lnTo>
                  <a:pt x="2743558" y="4644"/>
                </a:lnTo>
                <a:cubicBezTo>
                  <a:pt x="2847727" y="25961"/>
                  <a:pt x="2926087" y="118130"/>
                  <a:pt x="2926087" y="228600"/>
                </a:cubicBezTo>
                <a:cubicBezTo>
                  <a:pt x="2926087" y="354852"/>
                  <a:pt x="2823739" y="457200"/>
                  <a:pt x="2697487" y="457200"/>
                </a:cubicBezTo>
                <a:lnTo>
                  <a:pt x="2694027" y="456851"/>
                </a:lnTo>
                <a:lnTo>
                  <a:pt x="2694360" y="457200"/>
                </a:lnTo>
                <a:lnTo>
                  <a:pt x="2330584" y="457200"/>
                </a:lnTo>
                <a:lnTo>
                  <a:pt x="2331720" y="458160"/>
                </a:lnTo>
                <a:lnTo>
                  <a:pt x="182880" y="458160"/>
                </a:lnTo>
                <a:lnTo>
                  <a:pt x="0" y="458160"/>
                </a:lnTo>
                <a:lnTo>
                  <a:pt x="0" y="960"/>
                </a:lnTo>
                <a:lnTo>
                  <a:pt x="182880" y="960"/>
                </a:lnTo>
                <a:lnTo>
                  <a:pt x="365762" y="96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20" name="Inhaltsplatzhalter 17"/>
          <p:cNvSpPr>
            <a:spLocks noGrp="1"/>
          </p:cNvSpPr>
          <p:nvPr>
            <p:ph sz="half" idx="37" hasCustomPrompt="1"/>
          </p:nvPr>
        </p:nvSpPr>
        <p:spPr>
          <a:xfrm>
            <a:off x="0" y="2538000"/>
            <a:ext cx="2520000" cy="540000"/>
          </a:xfrm>
          <a:custGeom>
            <a:avLst/>
            <a:gdLst>
              <a:gd name="connsiteX0" fmla="*/ 182882 w 2743207"/>
              <a:gd name="connsiteY0" fmla="*/ 0 h 458160"/>
              <a:gd name="connsiteX1" fmla="*/ 2514607 w 2743207"/>
              <a:gd name="connsiteY1" fmla="*/ 0 h 458160"/>
              <a:gd name="connsiteX2" fmla="*/ 2520685 w 2743207"/>
              <a:gd name="connsiteY2" fmla="*/ 0 h 458160"/>
              <a:gd name="connsiteX3" fmla="*/ 2519933 w 2743207"/>
              <a:gd name="connsiteY3" fmla="*/ 537 h 458160"/>
              <a:gd name="connsiteX4" fmla="*/ 2560678 w 2743207"/>
              <a:gd name="connsiteY4" fmla="*/ 4644 h 458160"/>
              <a:gd name="connsiteX5" fmla="*/ 2743207 w 2743207"/>
              <a:gd name="connsiteY5" fmla="*/ 228600 h 458160"/>
              <a:gd name="connsiteX6" fmla="*/ 2514607 w 2743207"/>
              <a:gd name="connsiteY6" fmla="*/ 457200 h 458160"/>
              <a:gd name="connsiteX7" fmla="*/ 2511147 w 2743207"/>
              <a:gd name="connsiteY7" fmla="*/ 456851 h 458160"/>
              <a:gd name="connsiteX8" fmla="*/ 2511480 w 2743207"/>
              <a:gd name="connsiteY8" fmla="*/ 457200 h 458160"/>
              <a:gd name="connsiteX9" fmla="*/ 2147704 w 2743207"/>
              <a:gd name="connsiteY9" fmla="*/ 457200 h 458160"/>
              <a:gd name="connsiteX10" fmla="*/ 2148840 w 2743207"/>
              <a:gd name="connsiteY10" fmla="*/ 458160 h 458160"/>
              <a:gd name="connsiteX11" fmla="*/ 0 w 2743207"/>
              <a:gd name="connsiteY11" fmla="*/ 458160 h 458160"/>
              <a:gd name="connsiteX12" fmla="*/ 0 w 2743207"/>
              <a:gd name="connsiteY12" fmla="*/ 960 h 458160"/>
              <a:gd name="connsiteX13" fmla="*/ 182882 w 2743207"/>
              <a:gd name="connsiteY13" fmla="*/ 960 h 45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3207" h="458160">
                <a:moveTo>
                  <a:pt x="182882" y="0"/>
                </a:moveTo>
                <a:lnTo>
                  <a:pt x="2514607" y="0"/>
                </a:lnTo>
                <a:lnTo>
                  <a:pt x="2520685" y="0"/>
                </a:lnTo>
                <a:lnTo>
                  <a:pt x="2519933" y="537"/>
                </a:lnTo>
                <a:lnTo>
                  <a:pt x="2560678" y="4644"/>
                </a:lnTo>
                <a:cubicBezTo>
                  <a:pt x="2664847" y="25961"/>
                  <a:pt x="2743207" y="118130"/>
                  <a:pt x="2743207" y="228600"/>
                </a:cubicBezTo>
                <a:cubicBezTo>
                  <a:pt x="2743207" y="354852"/>
                  <a:pt x="2640859" y="457200"/>
                  <a:pt x="2514607" y="457200"/>
                </a:cubicBezTo>
                <a:lnTo>
                  <a:pt x="2511147" y="456851"/>
                </a:lnTo>
                <a:lnTo>
                  <a:pt x="2511480" y="457200"/>
                </a:lnTo>
                <a:lnTo>
                  <a:pt x="2147704" y="457200"/>
                </a:lnTo>
                <a:lnTo>
                  <a:pt x="2148840" y="458160"/>
                </a:lnTo>
                <a:lnTo>
                  <a:pt x="0" y="458160"/>
                </a:lnTo>
                <a:lnTo>
                  <a:pt x="0" y="960"/>
                </a:lnTo>
                <a:lnTo>
                  <a:pt x="182882" y="96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22" name="Inhaltsplatzhalter 18"/>
          <p:cNvSpPr>
            <a:spLocks noGrp="1"/>
          </p:cNvSpPr>
          <p:nvPr>
            <p:ph sz="half" idx="29" hasCustomPrompt="1"/>
          </p:nvPr>
        </p:nvSpPr>
        <p:spPr>
          <a:xfrm>
            <a:off x="0" y="1368000"/>
            <a:ext cx="2520000" cy="540000"/>
          </a:xfrm>
          <a:custGeom>
            <a:avLst/>
            <a:gdLst>
              <a:gd name="connsiteX0" fmla="*/ 0 w 2560325"/>
              <a:gd name="connsiteY0" fmla="*/ 0 h 457200"/>
              <a:gd name="connsiteX1" fmla="*/ 2331725 w 2560325"/>
              <a:gd name="connsiteY1" fmla="*/ 0 h 457200"/>
              <a:gd name="connsiteX2" fmla="*/ 2337803 w 2560325"/>
              <a:gd name="connsiteY2" fmla="*/ 0 h 457200"/>
              <a:gd name="connsiteX3" fmla="*/ 2337051 w 2560325"/>
              <a:gd name="connsiteY3" fmla="*/ 537 h 457200"/>
              <a:gd name="connsiteX4" fmla="*/ 2377796 w 2560325"/>
              <a:gd name="connsiteY4" fmla="*/ 4644 h 457200"/>
              <a:gd name="connsiteX5" fmla="*/ 2560325 w 2560325"/>
              <a:gd name="connsiteY5" fmla="*/ 228600 h 457200"/>
              <a:gd name="connsiteX6" fmla="*/ 2331725 w 2560325"/>
              <a:gd name="connsiteY6" fmla="*/ 457200 h 457200"/>
              <a:gd name="connsiteX7" fmla="*/ 2328265 w 2560325"/>
              <a:gd name="connsiteY7" fmla="*/ 456851 h 457200"/>
              <a:gd name="connsiteX8" fmla="*/ 2328598 w 2560325"/>
              <a:gd name="connsiteY8" fmla="*/ 457200 h 457200"/>
              <a:gd name="connsiteX9" fmla="*/ 0 w 2560325"/>
              <a:gd name="connsiteY9"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60325" h="457200">
                <a:moveTo>
                  <a:pt x="0" y="0"/>
                </a:moveTo>
                <a:lnTo>
                  <a:pt x="2331725" y="0"/>
                </a:lnTo>
                <a:lnTo>
                  <a:pt x="2337803" y="0"/>
                </a:lnTo>
                <a:lnTo>
                  <a:pt x="2337051" y="537"/>
                </a:lnTo>
                <a:lnTo>
                  <a:pt x="2377796" y="4644"/>
                </a:lnTo>
                <a:cubicBezTo>
                  <a:pt x="2481965" y="25961"/>
                  <a:pt x="2560325" y="118130"/>
                  <a:pt x="2560325" y="228600"/>
                </a:cubicBezTo>
                <a:cubicBezTo>
                  <a:pt x="2560325" y="354852"/>
                  <a:pt x="2457977" y="457200"/>
                  <a:pt x="2331725" y="457200"/>
                </a:cubicBezTo>
                <a:lnTo>
                  <a:pt x="2328265" y="456851"/>
                </a:lnTo>
                <a:lnTo>
                  <a:pt x="2328598"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4" name="Inhaltsplatzhalter 7"/>
          <p:cNvSpPr>
            <a:spLocks noGrp="1"/>
          </p:cNvSpPr>
          <p:nvPr>
            <p:ph sz="quarter" idx="38" hasCustomPrompt="1"/>
          </p:nvPr>
        </p:nvSpPr>
        <p:spPr>
          <a:xfrm>
            <a:off x="2663787" y="1080000"/>
            <a:ext cx="6120213" cy="345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Tree>
    <p:extLst>
      <p:ext uri="{BB962C8B-B14F-4D97-AF65-F5344CB8AC3E}">
        <p14:creationId xmlns:p14="http://schemas.microsoft.com/office/powerpoint/2010/main" val="8607745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3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2663787" y="1080000"/>
            <a:ext cx="6120211" cy="1692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9" name="Inhaltsplatzhalter 7"/>
          <p:cNvSpPr>
            <a:spLocks noGrp="1"/>
          </p:cNvSpPr>
          <p:nvPr>
            <p:ph sz="quarter" idx="22" hasCustomPrompt="1"/>
          </p:nvPr>
        </p:nvSpPr>
        <p:spPr>
          <a:xfrm>
            <a:off x="2663787" y="2844000"/>
            <a:ext cx="6120211" cy="1692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0" name="Inhaltsplatzhalter 53"/>
          <p:cNvSpPr>
            <a:spLocks noGrp="1"/>
          </p:cNvSpPr>
          <p:nvPr>
            <p:ph sz="half" idx="1" hasCustomPrompt="1"/>
          </p:nvPr>
        </p:nvSpPr>
        <p:spPr>
          <a:xfrm>
            <a:off x="0" y="1692000"/>
            <a:ext cx="1944000" cy="468000"/>
          </a:xfrm>
          <a:custGeom>
            <a:avLst/>
            <a:gdLst>
              <a:gd name="connsiteX0" fmla="*/ 0 w 2020970"/>
              <a:gd name="connsiteY0" fmla="*/ 0 h 457200"/>
              <a:gd name="connsiteX1" fmla="*/ 2020970 w 2020970"/>
              <a:gd name="connsiteY1" fmla="*/ 0 h 457200"/>
              <a:gd name="connsiteX2" fmla="*/ 2013980 w 2020970"/>
              <a:gd name="connsiteY2" fmla="*/ 5768 h 457200"/>
              <a:gd name="connsiteX3" fmla="*/ 1920242 w 2020970"/>
              <a:gd name="connsiteY3" fmla="*/ 232070 h 457200"/>
              <a:gd name="connsiteX4" fmla="*/ 1974900 w 2020970"/>
              <a:gd name="connsiteY4" fmla="*/ 411007 h 457200"/>
              <a:gd name="connsiteX5" fmla="*/ 2013012 w 2020970"/>
              <a:gd name="connsiteY5" fmla="*/ 457200 h 457200"/>
              <a:gd name="connsiteX6" fmla="*/ 0 w 2020970"/>
              <a:gd name="connsiteY6"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0970" h="457200">
                <a:moveTo>
                  <a:pt x="0" y="0"/>
                </a:moveTo>
                <a:lnTo>
                  <a:pt x="2020970" y="0"/>
                </a:lnTo>
                <a:lnTo>
                  <a:pt x="2013980" y="5768"/>
                </a:lnTo>
                <a:cubicBezTo>
                  <a:pt x="1956064" y="63684"/>
                  <a:pt x="1920242" y="143694"/>
                  <a:pt x="1920242" y="232070"/>
                </a:cubicBezTo>
                <a:cubicBezTo>
                  <a:pt x="1920242" y="298352"/>
                  <a:pt x="1940392" y="359929"/>
                  <a:pt x="1974900" y="411007"/>
                </a:cubicBezTo>
                <a:lnTo>
                  <a:pt x="2013012"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1" name="Bildplatzhalter 4"/>
          <p:cNvSpPr>
            <a:spLocks noGrp="1"/>
          </p:cNvSpPr>
          <p:nvPr>
            <p:ph type="pic" sz="quarter" idx="24"/>
          </p:nvPr>
        </p:nvSpPr>
        <p:spPr>
          <a:xfrm>
            <a:off x="1908000" y="1602000"/>
            <a:ext cx="648000" cy="648000"/>
          </a:xfrm>
          <a:prstGeom prst="ellipse">
            <a:avLst/>
          </a:prstGeom>
        </p:spPr>
        <p:txBody>
          <a:bodyPr anchor="ctr">
            <a:normAutofit/>
          </a:bodyPr>
          <a:lstStyle>
            <a:lvl1pPr marL="0" indent="0" algn="ctr">
              <a:buNone/>
              <a:defRPr sz="800"/>
            </a:lvl1pPr>
          </a:lstStyle>
          <a:p>
            <a:r>
              <a:rPr lang="de-DE" dirty="0"/>
              <a:t>Bild</a:t>
            </a:r>
            <a:endParaRPr lang="de-CH" dirty="0"/>
          </a:p>
        </p:txBody>
      </p:sp>
      <p:sp>
        <p:nvSpPr>
          <p:cNvPr id="14" name="Inhaltsplatzhalter 57"/>
          <p:cNvSpPr>
            <a:spLocks noGrp="1"/>
          </p:cNvSpPr>
          <p:nvPr>
            <p:ph sz="half" idx="27" hasCustomPrompt="1"/>
          </p:nvPr>
        </p:nvSpPr>
        <p:spPr>
          <a:xfrm>
            <a:off x="0" y="3456000"/>
            <a:ext cx="1944000" cy="468000"/>
          </a:xfrm>
          <a:custGeom>
            <a:avLst/>
            <a:gdLst>
              <a:gd name="connsiteX0" fmla="*/ 0 w 2020970"/>
              <a:gd name="connsiteY0" fmla="*/ 0 h 457200"/>
              <a:gd name="connsiteX1" fmla="*/ 2020970 w 2020970"/>
              <a:gd name="connsiteY1" fmla="*/ 0 h 457200"/>
              <a:gd name="connsiteX2" fmla="*/ 2013980 w 2020970"/>
              <a:gd name="connsiteY2" fmla="*/ 5768 h 457200"/>
              <a:gd name="connsiteX3" fmla="*/ 1920242 w 2020970"/>
              <a:gd name="connsiteY3" fmla="*/ 232070 h 457200"/>
              <a:gd name="connsiteX4" fmla="*/ 1974900 w 2020970"/>
              <a:gd name="connsiteY4" fmla="*/ 411007 h 457200"/>
              <a:gd name="connsiteX5" fmla="*/ 2013012 w 2020970"/>
              <a:gd name="connsiteY5" fmla="*/ 457200 h 457200"/>
              <a:gd name="connsiteX6" fmla="*/ 0 w 2020970"/>
              <a:gd name="connsiteY6"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0970" h="457200">
                <a:moveTo>
                  <a:pt x="0" y="0"/>
                </a:moveTo>
                <a:lnTo>
                  <a:pt x="2020970" y="0"/>
                </a:lnTo>
                <a:lnTo>
                  <a:pt x="2013980" y="5768"/>
                </a:lnTo>
                <a:cubicBezTo>
                  <a:pt x="1956064" y="63684"/>
                  <a:pt x="1920242" y="143694"/>
                  <a:pt x="1920242" y="232070"/>
                </a:cubicBezTo>
                <a:cubicBezTo>
                  <a:pt x="1920242" y="298352"/>
                  <a:pt x="1940392" y="359929"/>
                  <a:pt x="1974900" y="411007"/>
                </a:cubicBezTo>
                <a:lnTo>
                  <a:pt x="2013012"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5" name="Bildplatzhalter 4"/>
          <p:cNvSpPr>
            <a:spLocks noGrp="1"/>
          </p:cNvSpPr>
          <p:nvPr>
            <p:ph type="pic" sz="quarter" idx="28"/>
          </p:nvPr>
        </p:nvSpPr>
        <p:spPr>
          <a:xfrm>
            <a:off x="1908000" y="3366000"/>
            <a:ext cx="648000" cy="648000"/>
          </a:xfrm>
          <a:prstGeom prst="ellipse">
            <a:avLst/>
          </a:prstGeom>
        </p:spPr>
        <p:txBody>
          <a:bodyPr anchor="ctr">
            <a:normAutofit/>
          </a:bodyPr>
          <a:lstStyle>
            <a:lvl1pPr marL="0" indent="0" algn="ctr">
              <a:buNone/>
              <a:defRPr sz="800"/>
            </a:lvl1pPr>
          </a:lstStyle>
          <a:p>
            <a:r>
              <a:rPr lang="de-DE" dirty="0"/>
              <a:t>Bild</a:t>
            </a:r>
            <a:endParaRPr lang="de-CH" dirty="0"/>
          </a:p>
        </p:txBody>
      </p:sp>
    </p:spTree>
    <p:extLst>
      <p:ext uri="{BB962C8B-B14F-4D97-AF65-F5344CB8AC3E}">
        <p14:creationId xmlns:p14="http://schemas.microsoft.com/office/powerpoint/2010/main" val="2087907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7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2663787" y="1080000"/>
            <a:ext cx="6120211" cy="1692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9" name="Inhaltsplatzhalter 7"/>
          <p:cNvSpPr>
            <a:spLocks noGrp="1"/>
          </p:cNvSpPr>
          <p:nvPr>
            <p:ph sz="quarter" idx="22" hasCustomPrompt="1"/>
          </p:nvPr>
        </p:nvSpPr>
        <p:spPr>
          <a:xfrm>
            <a:off x="2843808" y="2844000"/>
            <a:ext cx="5940190" cy="1692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6" name="Inhaltsplatzhalter 53"/>
          <p:cNvSpPr>
            <a:spLocks noGrp="1"/>
          </p:cNvSpPr>
          <p:nvPr>
            <p:ph sz="half" idx="36" hasCustomPrompt="1"/>
          </p:nvPr>
        </p:nvSpPr>
        <p:spPr>
          <a:xfrm>
            <a:off x="0" y="1692000"/>
            <a:ext cx="1944000" cy="468000"/>
          </a:xfrm>
          <a:custGeom>
            <a:avLst/>
            <a:gdLst>
              <a:gd name="connsiteX0" fmla="*/ 0 w 2020970"/>
              <a:gd name="connsiteY0" fmla="*/ 0 h 457200"/>
              <a:gd name="connsiteX1" fmla="*/ 2020970 w 2020970"/>
              <a:gd name="connsiteY1" fmla="*/ 0 h 457200"/>
              <a:gd name="connsiteX2" fmla="*/ 2013980 w 2020970"/>
              <a:gd name="connsiteY2" fmla="*/ 5768 h 457200"/>
              <a:gd name="connsiteX3" fmla="*/ 1920242 w 2020970"/>
              <a:gd name="connsiteY3" fmla="*/ 232070 h 457200"/>
              <a:gd name="connsiteX4" fmla="*/ 1974900 w 2020970"/>
              <a:gd name="connsiteY4" fmla="*/ 411007 h 457200"/>
              <a:gd name="connsiteX5" fmla="*/ 2013012 w 2020970"/>
              <a:gd name="connsiteY5" fmla="*/ 457200 h 457200"/>
              <a:gd name="connsiteX6" fmla="*/ 0 w 2020970"/>
              <a:gd name="connsiteY6"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0970" h="457200">
                <a:moveTo>
                  <a:pt x="0" y="0"/>
                </a:moveTo>
                <a:lnTo>
                  <a:pt x="2020970" y="0"/>
                </a:lnTo>
                <a:lnTo>
                  <a:pt x="2013980" y="5768"/>
                </a:lnTo>
                <a:cubicBezTo>
                  <a:pt x="1956064" y="63684"/>
                  <a:pt x="1920242" y="143694"/>
                  <a:pt x="1920242" y="232070"/>
                </a:cubicBezTo>
                <a:cubicBezTo>
                  <a:pt x="1920242" y="298352"/>
                  <a:pt x="1940392" y="359929"/>
                  <a:pt x="1974900" y="411007"/>
                </a:cubicBezTo>
                <a:lnTo>
                  <a:pt x="2013012"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7" name="Bildplatzhalter 4"/>
          <p:cNvSpPr>
            <a:spLocks noGrp="1"/>
          </p:cNvSpPr>
          <p:nvPr>
            <p:ph type="pic" sz="quarter" idx="37"/>
          </p:nvPr>
        </p:nvSpPr>
        <p:spPr>
          <a:xfrm>
            <a:off x="1907776" y="1602000"/>
            <a:ext cx="648000" cy="648000"/>
          </a:xfrm>
          <a:prstGeom prst="ellipse">
            <a:avLst/>
          </a:prstGeom>
        </p:spPr>
        <p:txBody>
          <a:bodyPr anchor="ctr">
            <a:normAutofit/>
          </a:bodyPr>
          <a:lstStyle>
            <a:lvl1pPr marL="0" indent="0" algn="ctr">
              <a:buNone/>
              <a:defRPr sz="800"/>
            </a:lvl1pPr>
          </a:lstStyle>
          <a:p>
            <a:r>
              <a:rPr lang="de-DE" dirty="0"/>
              <a:t>Bild</a:t>
            </a:r>
            <a:endParaRPr lang="de-CH" dirty="0"/>
          </a:p>
        </p:txBody>
      </p:sp>
      <p:sp>
        <p:nvSpPr>
          <p:cNvPr id="18" name="Inhaltsplatzhalter 57"/>
          <p:cNvSpPr>
            <a:spLocks noGrp="1"/>
          </p:cNvSpPr>
          <p:nvPr>
            <p:ph sz="half" idx="27" hasCustomPrompt="1"/>
          </p:nvPr>
        </p:nvSpPr>
        <p:spPr>
          <a:xfrm>
            <a:off x="0" y="3456000"/>
            <a:ext cx="2124000" cy="468000"/>
          </a:xfrm>
          <a:custGeom>
            <a:avLst/>
            <a:gdLst>
              <a:gd name="connsiteX0" fmla="*/ 0 w 2020970"/>
              <a:gd name="connsiteY0" fmla="*/ 0 h 457200"/>
              <a:gd name="connsiteX1" fmla="*/ 2020970 w 2020970"/>
              <a:gd name="connsiteY1" fmla="*/ 0 h 457200"/>
              <a:gd name="connsiteX2" fmla="*/ 2013980 w 2020970"/>
              <a:gd name="connsiteY2" fmla="*/ 5768 h 457200"/>
              <a:gd name="connsiteX3" fmla="*/ 1920242 w 2020970"/>
              <a:gd name="connsiteY3" fmla="*/ 232070 h 457200"/>
              <a:gd name="connsiteX4" fmla="*/ 1974900 w 2020970"/>
              <a:gd name="connsiteY4" fmla="*/ 411007 h 457200"/>
              <a:gd name="connsiteX5" fmla="*/ 2013012 w 2020970"/>
              <a:gd name="connsiteY5" fmla="*/ 457200 h 457200"/>
              <a:gd name="connsiteX6" fmla="*/ 0 w 2020970"/>
              <a:gd name="connsiteY6"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0970" h="457200">
                <a:moveTo>
                  <a:pt x="0" y="0"/>
                </a:moveTo>
                <a:lnTo>
                  <a:pt x="2020970" y="0"/>
                </a:lnTo>
                <a:lnTo>
                  <a:pt x="2013980" y="5768"/>
                </a:lnTo>
                <a:cubicBezTo>
                  <a:pt x="1956064" y="63684"/>
                  <a:pt x="1920242" y="143694"/>
                  <a:pt x="1920242" y="232070"/>
                </a:cubicBezTo>
                <a:cubicBezTo>
                  <a:pt x="1920242" y="298352"/>
                  <a:pt x="1940392" y="359929"/>
                  <a:pt x="1974900" y="411007"/>
                </a:cubicBezTo>
                <a:lnTo>
                  <a:pt x="2013012"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9" name="Bildplatzhalter 4"/>
          <p:cNvSpPr>
            <a:spLocks noGrp="1"/>
          </p:cNvSpPr>
          <p:nvPr>
            <p:ph type="pic" sz="quarter" idx="28"/>
          </p:nvPr>
        </p:nvSpPr>
        <p:spPr>
          <a:xfrm>
            <a:off x="2087796" y="3366000"/>
            <a:ext cx="648000" cy="648000"/>
          </a:xfrm>
          <a:prstGeom prst="ellipse">
            <a:avLst/>
          </a:prstGeom>
        </p:spPr>
        <p:txBody>
          <a:bodyPr anchor="ctr">
            <a:normAutofit/>
          </a:bodyPr>
          <a:lstStyle>
            <a:lvl1pPr marL="0" indent="0" algn="ctr">
              <a:buNone/>
              <a:defRPr sz="800"/>
            </a:lvl1pPr>
          </a:lstStyle>
          <a:p>
            <a:r>
              <a:rPr lang="de-DE" dirty="0"/>
              <a:t>Bild</a:t>
            </a:r>
            <a:endParaRPr lang="de-CH" dirty="0"/>
          </a:p>
        </p:txBody>
      </p:sp>
    </p:spTree>
    <p:extLst>
      <p:ext uri="{BB962C8B-B14F-4D97-AF65-F5344CB8AC3E}">
        <p14:creationId xmlns:p14="http://schemas.microsoft.com/office/powerpoint/2010/main" val="22651273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5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i="0"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2663787" y="1080000"/>
            <a:ext cx="6120211" cy="1692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9" name="Inhaltsplatzhalter 7"/>
          <p:cNvSpPr>
            <a:spLocks noGrp="1"/>
          </p:cNvSpPr>
          <p:nvPr>
            <p:ph sz="quarter" idx="22" hasCustomPrompt="1"/>
          </p:nvPr>
        </p:nvSpPr>
        <p:spPr>
          <a:xfrm>
            <a:off x="2663787" y="2844000"/>
            <a:ext cx="6120211" cy="1692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6" name="Inhaltsplatzhalter 18"/>
          <p:cNvSpPr>
            <a:spLocks noGrp="1"/>
          </p:cNvSpPr>
          <p:nvPr>
            <p:ph sz="half" idx="29" hasCustomPrompt="1"/>
          </p:nvPr>
        </p:nvSpPr>
        <p:spPr>
          <a:xfrm>
            <a:off x="0" y="1656000"/>
            <a:ext cx="2520000" cy="540000"/>
          </a:xfrm>
          <a:custGeom>
            <a:avLst/>
            <a:gdLst>
              <a:gd name="connsiteX0" fmla="*/ 0 w 2560325"/>
              <a:gd name="connsiteY0" fmla="*/ 0 h 457200"/>
              <a:gd name="connsiteX1" fmla="*/ 2331725 w 2560325"/>
              <a:gd name="connsiteY1" fmla="*/ 0 h 457200"/>
              <a:gd name="connsiteX2" fmla="*/ 2337803 w 2560325"/>
              <a:gd name="connsiteY2" fmla="*/ 0 h 457200"/>
              <a:gd name="connsiteX3" fmla="*/ 2337051 w 2560325"/>
              <a:gd name="connsiteY3" fmla="*/ 537 h 457200"/>
              <a:gd name="connsiteX4" fmla="*/ 2377796 w 2560325"/>
              <a:gd name="connsiteY4" fmla="*/ 4644 h 457200"/>
              <a:gd name="connsiteX5" fmla="*/ 2560325 w 2560325"/>
              <a:gd name="connsiteY5" fmla="*/ 228600 h 457200"/>
              <a:gd name="connsiteX6" fmla="*/ 2331725 w 2560325"/>
              <a:gd name="connsiteY6" fmla="*/ 457200 h 457200"/>
              <a:gd name="connsiteX7" fmla="*/ 2328265 w 2560325"/>
              <a:gd name="connsiteY7" fmla="*/ 456851 h 457200"/>
              <a:gd name="connsiteX8" fmla="*/ 2328598 w 2560325"/>
              <a:gd name="connsiteY8" fmla="*/ 457200 h 457200"/>
              <a:gd name="connsiteX9" fmla="*/ 0 w 2560325"/>
              <a:gd name="connsiteY9"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60325" h="457200">
                <a:moveTo>
                  <a:pt x="0" y="0"/>
                </a:moveTo>
                <a:lnTo>
                  <a:pt x="2331725" y="0"/>
                </a:lnTo>
                <a:lnTo>
                  <a:pt x="2337803" y="0"/>
                </a:lnTo>
                <a:lnTo>
                  <a:pt x="2337051" y="537"/>
                </a:lnTo>
                <a:lnTo>
                  <a:pt x="2377796" y="4644"/>
                </a:lnTo>
                <a:cubicBezTo>
                  <a:pt x="2481965" y="25961"/>
                  <a:pt x="2560325" y="118130"/>
                  <a:pt x="2560325" y="228600"/>
                </a:cubicBezTo>
                <a:cubicBezTo>
                  <a:pt x="2560325" y="354852"/>
                  <a:pt x="2457977" y="457200"/>
                  <a:pt x="2331725" y="457200"/>
                </a:cubicBezTo>
                <a:lnTo>
                  <a:pt x="2328265" y="456851"/>
                </a:lnTo>
                <a:lnTo>
                  <a:pt x="2328598"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7" name="Inhaltsplatzhalter 22"/>
          <p:cNvSpPr>
            <a:spLocks noGrp="1"/>
          </p:cNvSpPr>
          <p:nvPr>
            <p:ph sz="half" idx="30" hasCustomPrompt="1"/>
          </p:nvPr>
        </p:nvSpPr>
        <p:spPr>
          <a:xfrm>
            <a:off x="0" y="3420000"/>
            <a:ext cx="2520000" cy="540000"/>
          </a:xfrm>
          <a:custGeom>
            <a:avLst/>
            <a:gdLst>
              <a:gd name="connsiteX0" fmla="*/ 0 w 2560325"/>
              <a:gd name="connsiteY0" fmla="*/ 0 h 457200"/>
              <a:gd name="connsiteX1" fmla="*/ 2331725 w 2560325"/>
              <a:gd name="connsiteY1" fmla="*/ 0 h 457200"/>
              <a:gd name="connsiteX2" fmla="*/ 2337803 w 2560325"/>
              <a:gd name="connsiteY2" fmla="*/ 0 h 457200"/>
              <a:gd name="connsiteX3" fmla="*/ 2337051 w 2560325"/>
              <a:gd name="connsiteY3" fmla="*/ 537 h 457200"/>
              <a:gd name="connsiteX4" fmla="*/ 2377796 w 2560325"/>
              <a:gd name="connsiteY4" fmla="*/ 4644 h 457200"/>
              <a:gd name="connsiteX5" fmla="*/ 2560325 w 2560325"/>
              <a:gd name="connsiteY5" fmla="*/ 228600 h 457200"/>
              <a:gd name="connsiteX6" fmla="*/ 2331725 w 2560325"/>
              <a:gd name="connsiteY6" fmla="*/ 457200 h 457200"/>
              <a:gd name="connsiteX7" fmla="*/ 2328265 w 2560325"/>
              <a:gd name="connsiteY7" fmla="*/ 456851 h 457200"/>
              <a:gd name="connsiteX8" fmla="*/ 2328598 w 2560325"/>
              <a:gd name="connsiteY8" fmla="*/ 457200 h 457200"/>
              <a:gd name="connsiteX9" fmla="*/ 0 w 2560325"/>
              <a:gd name="connsiteY9"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60325" h="457200">
                <a:moveTo>
                  <a:pt x="0" y="0"/>
                </a:moveTo>
                <a:lnTo>
                  <a:pt x="2331725" y="0"/>
                </a:lnTo>
                <a:lnTo>
                  <a:pt x="2337803" y="0"/>
                </a:lnTo>
                <a:lnTo>
                  <a:pt x="2337051" y="537"/>
                </a:lnTo>
                <a:lnTo>
                  <a:pt x="2377796" y="4644"/>
                </a:lnTo>
                <a:cubicBezTo>
                  <a:pt x="2481965" y="25961"/>
                  <a:pt x="2560325" y="118130"/>
                  <a:pt x="2560325" y="228600"/>
                </a:cubicBezTo>
                <a:cubicBezTo>
                  <a:pt x="2560325" y="354852"/>
                  <a:pt x="2457977" y="457200"/>
                  <a:pt x="2331725" y="457200"/>
                </a:cubicBezTo>
                <a:lnTo>
                  <a:pt x="2328265" y="456851"/>
                </a:lnTo>
                <a:lnTo>
                  <a:pt x="2328598"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Tree>
    <p:extLst>
      <p:ext uri="{BB962C8B-B14F-4D97-AF65-F5344CB8AC3E}">
        <p14:creationId xmlns:p14="http://schemas.microsoft.com/office/powerpoint/2010/main" val="38933918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8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2663787" y="1080000"/>
            <a:ext cx="6120211" cy="1692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9" name="Inhaltsplatzhalter 7"/>
          <p:cNvSpPr>
            <a:spLocks noGrp="1"/>
          </p:cNvSpPr>
          <p:nvPr>
            <p:ph sz="quarter" idx="22" hasCustomPrompt="1"/>
          </p:nvPr>
        </p:nvSpPr>
        <p:spPr>
          <a:xfrm>
            <a:off x="2843808" y="2844000"/>
            <a:ext cx="5940190" cy="1692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4" name="Inhaltsplatzhalter 18"/>
          <p:cNvSpPr>
            <a:spLocks noGrp="1"/>
          </p:cNvSpPr>
          <p:nvPr>
            <p:ph sz="half" idx="38" hasCustomPrompt="1"/>
          </p:nvPr>
        </p:nvSpPr>
        <p:spPr>
          <a:xfrm>
            <a:off x="0" y="1656000"/>
            <a:ext cx="2520000" cy="540000"/>
          </a:xfrm>
          <a:custGeom>
            <a:avLst/>
            <a:gdLst>
              <a:gd name="connsiteX0" fmla="*/ 0 w 2560325"/>
              <a:gd name="connsiteY0" fmla="*/ 0 h 457200"/>
              <a:gd name="connsiteX1" fmla="*/ 2331725 w 2560325"/>
              <a:gd name="connsiteY1" fmla="*/ 0 h 457200"/>
              <a:gd name="connsiteX2" fmla="*/ 2337803 w 2560325"/>
              <a:gd name="connsiteY2" fmla="*/ 0 h 457200"/>
              <a:gd name="connsiteX3" fmla="*/ 2337051 w 2560325"/>
              <a:gd name="connsiteY3" fmla="*/ 537 h 457200"/>
              <a:gd name="connsiteX4" fmla="*/ 2377796 w 2560325"/>
              <a:gd name="connsiteY4" fmla="*/ 4644 h 457200"/>
              <a:gd name="connsiteX5" fmla="*/ 2560325 w 2560325"/>
              <a:gd name="connsiteY5" fmla="*/ 228600 h 457200"/>
              <a:gd name="connsiteX6" fmla="*/ 2331725 w 2560325"/>
              <a:gd name="connsiteY6" fmla="*/ 457200 h 457200"/>
              <a:gd name="connsiteX7" fmla="*/ 2328265 w 2560325"/>
              <a:gd name="connsiteY7" fmla="*/ 456851 h 457200"/>
              <a:gd name="connsiteX8" fmla="*/ 2328598 w 2560325"/>
              <a:gd name="connsiteY8" fmla="*/ 457200 h 457200"/>
              <a:gd name="connsiteX9" fmla="*/ 0 w 2560325"/>
              <a:gd name="connsiteY9"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60325" h="457200">
                <a:moveTo>
                  <a:pt x="0" y="0"/>
                </a:moveTo>
                <a:lnTo>
                  <a:pt x="2331725" y="0"/>
                </a:lnTo>
                <a:lnTo>
                  <a:pt x="2337803" y="0"/>
                </a:lnTo>
                <a:lnTo>
                  <a:pt x="2337051" y="537"/>
                </a:lnTo>
                <a:lnTo>
                  <a:pt x="2377796" y="4644"/>
                </a:lnTo>
                <a:cubicBezTo>
                  <a:pt x="2481965" y="25961"/>
                  <a:pt x="2560325" y="118130"/>
                  <a:pt x="2560325" y="228600"/>
                </a:cubicBezTo>
                <a:cubicBezTo>
                  <a:pt x="2560325" y="354852"/>
                  <a:pt x="2457977" y="457200"/>
                  <a:pt x="2331725" y="457200"/>
                </a:cubicBezTo>
                <a:lnTo>
                  <a:pt x="2328265" y="456851"/>
                </a:lnTo>
                <a:lnTo>
                  <a:pt x="2328598"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5" name="Inhaltsplatzhalter 22"/>
          <p:cNvSpPr>
            <a:spLocks noGrp="1"/>
          </p:cNvSpPr>
          <p:nvPr>
            <p:ph sz="half" idx="39" hasCustomPrompt="1"/>
          </p:nvPr>
        </p:nvSpPr>
        <p:spPr>
          <a:xfrm>
            <a:off x="0" y="3420000"/>
            <a:ext cx="2736000" cy="540000"/>
          </a:xfrm>
          <a:custGeom>
            <a:avLst/>
            <a:gdLst>
              <a:gd name="connsiteX0" fmla="*/ 0 w 2560325"/>
              <a:gd name="connsiteY0" fmla="*/ 0 h 457200"/>
              <a:gd name="connsiteX1" fmla="*/ 2331725 w 2560325"/>
              <a:gd name="connsiteY1" fmla="*/ 0 h 457200"/>
              <a:gd name="connsiteX2" fmla="*/ 2337803 w 2560325"/>
              <a:gd name="connsiteY2" fmla="*/ 0 h 457200"/>
              <a:gd name="connsiteX3" fmla="*/ 2337051 w 2560325"/>
              <a:gd name="connsiteY3" fmla="*/ 537 h 457200"/>
              <a:gd name="connsiteX4" fmla="*/ 2377796 w 2560325"/>
              <a:gd name="connsiteY4" fmla="*/ 4644 h 457200"/>
              <a:gd name="connsiteX5" fmla="*/ 2560325 w 2560325"/>
              <a:gd name="connsiteY5" fmla="*/ 228600 h 457200"/>
              <a:gd name="connsiteX6" fmla="*/ 2331725 w 2560325"/>
              <a:gd name="connsiteY6" fmla="*/ 457200 h 457200"/>
              <a:gd name="connsiteX7" fmla="*/ 2328265 w 2560325"/>
              <a:gd name="connsiteY7" fmla="*/ 456851 h 457200"/>
              <a:gd name="connsiteX8" fmla="*/ 2328598 w 2560325"/>
              <a:gd name="connsiteY8" fmla="*/ 457200 h 457200"/>
              <a:gd name="connsiteX9" fmla="*/ 0 w 2560325"/>
              <a:gd name="connsiteY9"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60325" h="457200">
                <a:moveTo>
                  <a:pt x="0" y="0"/>
                </a:moveTo>
                <a:lnTo>
                  <a:pt x="2331725" y="0"/>
                </a:lnTo>
                <a:lnTo>
                  <a:pt x="2337803" y="0"/>
                </a:lnTo>
                <a:lnTo>
                  <a:pt x="2337051" y="537"/>
                </a:lnTo>
                <a:lnTo>
                  <a:pt x="2377796" y="4644"/>
                </a:lnTo>
                <a:cubicBezTo>
                  <a:pt x="2481965" y="25961"/>
                  <a:pt x="2560325" y="118130"/>
                  <a:pt x="2560325" y="228600"/>
                </a:cubicBezTo>
                <a:cubicBezTo>
                  <a:pt x="2560325" y="354852"/>
                  <a:pt x="2457977" y="457200"/>
                  <a:pt x="2331725" y="457200"/>
                </a:cubicBezTo>
                <a:lnTo>
                  <a:pt x="2328265" y="456851"/>
                </a:lnTo>
                <a:lnTo>
                  <a:pt x="2328598"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Tree>
    <p:extLst>
      <p:ext uri="{BB962C8B-B14F-4D97-AF65-F5344CB8AC3E}">
        <p14:creationId xmlns:p14="http://schemas.microsoft.com/office/powerpoint/2010/main" val="35691910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9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2663789" y="1080000"/>
            <a:ext cx="6120210"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9" name="Inhaltsplatzhalter 7"/>
          <p:cNvSpPr>
            <a:spLocks noGrp="1"/>
          </p:cNvSpPr>
          <p:nvPr>
            <p:ph sz="quarter" idx="22" hasCustomPrompt="1"/>
          </p:nvPr>
        </p:nvSpPr>
        <p:spPr>
          <a:xfrm>
            <a:off x="2663789" y="3420000"/>
            <a:ext cx="6120209" cy="1116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0" name="Inhaltsplatzhalter 7"/>
          <p:cNvSpPr>
            <a:spLocks noGrp="1"/>
          </p:cNvSpPr>
          <p:nvPr>
            <p:ph sz="quarter" idx="23" hasCustomPrompt="1"/>
          </p:nvPr>
        </p:nvSpPr>
        <p:spPr>
          <a:xfrm>
            <a:off x="2663788" y="2250000"/>
            <a:ext cx="6120210"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1" name="Inhaltsplatzhalter 49"/>
          <p:cNvSpPr>
            <a:spLocks noGrp="1"/>
          </p:cNvSpPr>
          <p:nvPr>
            <p:ph sz="half" idx="1" hasCustomPrompt="1"/>
          </p:nvPr>
        </p:nvSpPr>
        <p:spPr>
          <a:xfrm>
            <a:off x="0" y="1404000"/>
            <a:ext cx="1944000" cy="468000"/>
          </a:xfrm>
          <a:custGeom>
            <a:avLst/>
            <a:gdLst>
              <a:gd name="connsiteX0" fmla="*/ 0 w 2020970"/>
              <a:gd name="connsiteY0" fmla="*/ 0 h 457200"/>
              <a:gd name="connsiteX1" fmla="*/ 2020970 w 2020970"/>
              <a:gd name="connsiteY1" fmla="*/ 0 h 457200"/>
              <a:gd name="connsiteX2" fmla="*/ 2013980 w 2020970"/>
              <a:gd name="connsiteY2" fmla="*/ 5768 h 457200"/>
              <a:gd name="connsiteX3" fmla="*/ 1920242 w 2020970"/>
              <a:gd name="connsiteY3" fmla="*/ 232070 h 457200"/>
              <a:gd name="connsiteX4" fmla="*/ 1974900 w 2020970"/>
              <a:gd name="connsiteY4" fmla="*/ 411007 h 457200"/>
              <a:gd name="connsiteX5" fmla="*/ 2013012 w 2020970"/>
              <a:gd name="connsiteY5" fmla="*/ 457200 h 457200"/>
              <a:gd name="connsiteX6" fmla="*/ 0 w 2020970"/>
              <a:gd name="connsiteY6"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0970" h="457200">
                <a:moveTo>
                  <a:pt x="0" y="0"/>
                </a:moveTo>
                <a:lnTo>
                  <a:pt x="2020970" y="0"/>
                </a:lnTo>
                <a:lnTo>
                  <a:pt x="2013980" y="5768"/>
                </a:lnTo>
                <a:cubicBezTo>
                  <a:pt x="1956064" y="63684"/>
                  <a:pt x="1920242" y="143694"/>
                  <a:pt x="1920242" y="232070"/>
                </a:cubicBezTo>
                <a:cubicBezTo>
                  <a:pt x="1920242" y="298352"/>
                  <a:pt x="1940392" y="359929"/>
                  <a:pt x="1974900" y="411007"/>
                </a:cubicBezTo>
                <a:lnTo>
                  <a:pt x="2013012"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4" name="Bildplatzhalter 4"/>
          <p:cNvSpPr>
            <a:spLocks noGrp="1"/>
          </p:cNvSpPr>
          <p:nvPr>
            <p:ph type="pic" sz="quarter" idx="24"/>
          </p:nvPr>
        </p:nvSpPr>
        <p:spPr>
          <a:xfrm>
            <a:off x="1908000" y="1314000"/>
            <a:ext cx="648000" cy="648000"/>
          </a:xfrm>
          <a:prstGeom prst="ellipse">
            <a:avLst/>
          </a:prstGeom>
        </p:spPr>
        <p:txBody>
          <a:bodyPr anchor="ctr">
            <a:normAutofit/>
          </a:bodyPr>
          <a:lstStyle>
            <a:lvl1pPr marL="0" indent="0" algn="ctr">
              <a:buNone/>
              <a:defRPr sz="800"/>
            </a:lvl1pPr>
          </a:lstStyle>
          <a:p>
            <a:r>
              <a:rPr lang="de-DE" dirty="0"/>
              <a:t>Bild</a:t>
            </a:r>
            <a:endParaRPr lang="de-CH" dirty="0"/>
          </a:p>
        </p:txBody>
      </p:sp>
      <p:sp>
        <p:nvSpPr>
          <p:cNvPr id="15" name="Inhaltsplatzhalter 52"/>
          <p:cNvSpPr>
            <a:spLocks noGrp="1"/>
          </p:cNvSpPr>
          <p:nvPr>
            <p:ph sz="half" idx="29" hasCustomPrompt="1"/>
          </p:nvPr>
        </p:nvSpPr>
        <p:spPr>
          <a:xfrm>
            <a:off x="0" y="2574000"/>
            <a:ext cx="1944000" cy="468000"/>
          </a:xfrm>
          <a:custGeom>
            <a:avLst/>
            <a:gdLst>
              <a:gd name="connsiteX0" fmla="*/ 0 w 2199645"/>
              <a:gd name="connsiteY0" fmla="*/ 0 h 457200"/>
              <a:gd name="connsiteX1" fmla="*/ 2199645 w 2199645"/>
              <a:gd name="connsiteY1" fmla="*/ 0 h 457200"/>
              <a:gd name="connsiteX2" fmla="*/ 2196860 w 2199645"/>
              <a:gd name="connsiteY2" fmla="*/ 2298 h 457200"/>
              <a:gd name="connsiteX3" fmla="*/ 2103122 w 2199645"/>
              <a:gd name="connsiteY3" fmla="*/ 228600 h 457200"/>
              <a:gd name="connsiteX4" fmla="*/ 2196860 w 2199645"/>
              <a:gd name="connsiteY4" fmla="*/ 454902 h 457200"/>
              <a:gd name="connsiteX5" fmla="*/ 2199645 w 2199645"/>
              <a:gd name="connsiteY5" fmla="*/ 457200 h 457200"/>
              <a:gd name="connsiteX6" fmla="*/ 0 w 2199645"/>
              <a:gd name="connsiteY6"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9645" h="457200">
                <a:moveTo>
                  <a:pt x="0" y="0"/>
                </a:moveTo>
                <a:lnTo>
                  <a:pt x="2199645" y="0"/>
                </a:lnTo>
                <a:lnTo>
                  <a:pt x="2196860" y="2298"/>
                </a:lnTo>
                <a:cubicBezTo>
                  <a:pt x="2138944" y="60214"/>
                  <a:pt x="2103122" y="140224"/>
                  <a:pt x="2103122" y="228600"/>
                </a:cubicBezTo>
                <a:cubicBezTo>
                  <a:pt x="2103122" y="316977"/>
                  <a:pt x="2138944" y="396987"/>
                  <a:pt x="2196860" y="454902"/>
                </a:cubicBezTo>
                <a:lnTo>
                  <a:pt x="2199645"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6" name="Inhaltsplatzhalter 55"/>
          <p:cNvSpPr>
            <a:spLocks noGrp="1"/>
          </p:cNvSpPr>
          <p:nvPr>
            <p:ph sz="half" idx="31" hasCustomPrompt="1"/>
          </p:nvPr>
        </p:nvSpPr>
        <p:spPr>
          <a:xfrm>
            <a:off x="0" y="3744000"/>
            <a:ext cx="1944000" cy="468000"/>
          </a:xfrm>
          <a:custGeom>
            <a:avLst/>
            <a:gdLst>
              <a:gd name="connsiteX0" fmla="*/ 0 w 2382522"/>
              <a:gd name="connsiteY0" fmla="*/ 0 h 457200"/>
              <a:gd name="connsiteX1" fmla="*/ 2382522 w 2382522"/>
              <a:gd name="connsiteY1" fmla="*/ 0 h 457200"/>
              <a:gd name="connsiteX2" fmla="*/ 2379738 w 2382522"/>
              <a:gd name="connsiteY2" fmla="*/ 2298 h 457200"/>
              <a:gd name="connsiteX3" fmla="*/ 2286000 w 2382522"/>
              <a:gd name="connsiteY3" fmla="*/ 228600 h 457200"/>
              <a:gd name="connsiteX4" fmla="*/ 2379738 w 2382522"/>
              <a:gd name="connsiteY4" fmla="*/ 454903 h 457200"/>
              <a:gd name="connsiteX5" fmla="*/ 2382522 w 2382522"/>
              <a:gd name="connsiteY5" fmla="*/ 457200 h 457200"/>
              <a:gd name="connsiteX6" fmla="*/ 0 w 2382522"/>
              <a:gd name="connsiteY6"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2522" h="457200">
                <a:moveTo>
                  <a:pt x="0" y="0"/>
                </a:moveTo>
                <a:lnTo>
                  <a:pt x="2382522" y="0"/>
                </a:lnTo>
                <a:lnTo>
                  <a:pt x="2379738" y="2298"/>
                </a:lnTo>
                <a:cubicBezTo>
                  <a:pt x="2321822" y="60214"/>
                  <a:pt x="2286000" y="140224"/>
                  <a:pt x="2286000" y="228600"/>
                </a:cubicBezTo>
                <a:cubicBezTo>
                  <a:pt x="2286000" y="316977"/>
                  <a:pt x="2321822" y="396987"/>
                  <a:pt x="2379738" y="454903"/>
                </a:cubicBezTo>
                <a:lnTo>
                  <a:pt x="2382522"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7" name="Bildplatzhalter 4"/>
          <p:cNvSpPr>
            <a:spLocks noGrp="1"/>
          </p:cNvSpPr>
          <p:nvPr>
            <p:ph type="pic" sz="quarter" idx="37"/>
          </p:nvPr>
        </p:nvSpPr>
        <p:spPr>
          <a:xfrm>
            <a:off x="1908000" y="2484000"/>
            <a:ext cx="648000" cy="648000"/>
          </a:xfrm>
          <a:prstGeom prst="ellipse">
            <a:avLst/>
          </a:prstGeom>
        </p:spPr>
        <p:txBody>
          <a:bodyPr anchor="ctr">
            <a:normAutofit/>
          </a:bodyPr>
          <a:lstStyle>
            <a:lvl1pPr marL="0" indent="0" algn="ctr">
              <a:buNone/>
              <a:defRPr sz="800"/>
            </a:lvl1pPr>
          </a:lstStyle>
          <a:p>
            <a:r>
              <a:rPr lang="de-DE" dirty="0"/>
              <a:t>Bild</a:t>
            </a:r>
            <a:endParaRPr lang="de-CH" dirty="0"/>
          </a:p>
        </p:txBody>
      </p:sp>
      <p:sp>
        <p:nvSpPr>
          <p:cNvPr id="18" name="Bildplatzhalter 4"/>
          <p:cNvSpPr>
            <a:spLocks noGrp="1"/>
          </p:cNvSpPr>
          <p:nvPr>
            <p:ph type="pic" sz="quarter" idx="38"/>
          </p:nvPr>
        </p:nvSpPr>
        <p:spPr>
          <a:xfrm>
            <a:off x="1908000" y="3654000"/>
            <a:ext cx="648000" cy="648000"/>
          </a:xfrm>
          <a:prstGeom prst="ellipse">
            <a:avLst/>
          </a:prstGeom>
        </p:spPr>
        <p:txBody>
          <a:bodyPr anchor="ctr">
            <a:normAutofit/>
          </a:bodyPr>
          <a:lstStyle>
            <a:lvl1pPr marL="0" indent="0" algn="ctr">
              <a:buNone/>
              <a:defRPr sz="800"/>
            </a:lvl1pPr>
          </a:lstStyle>
          <a:p>
            <a:r>
              <a:rPr lang="de-DE" dirty="0"/>
              <a:t>Bild</a:t>
            </a:r>
            <a:endParaRPr lang="de-CH" dirty="0"/>
          </a:p>
        </p:txBody>
      </p:sp>
    </p:spTree>
    <p:extLst>
      <p:ext uri="{BB962C8B-B14F-4D97-AF65-F5344CB8AC3E}">
        <p14:creationId xmlns:p14="http://schemas.microsoft.com/office/powerpoint/2010/main" val="423229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3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2663789" y="1080000"/>
            <a:ext cx="6120210"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9" name="Inhaltsplatzhalter 7"/>
          <p:cNvSpPr>
            <a:spLocks noGrp="1"/>
          </p:cNvSpPr>
          <p:nvPr>
            <p:ph sz="quarter" idx="22" hasCustomPrompt="1"/>
          </p:nvPr>
        </p:nvSpPr>
        <p:spPr>
          <a:xfrm>
            <a:off x="3023828" y="3420000"/>
            <a:ext cx="5760170" cy="1116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0" name="Inhaltsplatzhalter 7"/>
          <p:cNvSpPr>
            <a:spLocks noGrp="1"/>
          </p:cNvSpPr>
          <p:nvPr>
            <p:ph sz="quarter" idx="23" hasCustomPrompt="1"/>
          </p:nvPr>
        </p:nvSpPr>
        <p:spPr>
          <a:xfrm>
            <a:off x="2843808" y="2250000"/>
            <a:ext cx="5940190"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9" name="Inhaltsplatzhalter 49"/>
          <p:cNvSpPr>
            <a:spLocks noGrp="1"/>
          </p:cNvSpPr>
          <p:nvPr>
            <p:ph sz="half" idx="1" hasCustomPrompt="1"/>
          </p:nvPr>
        </p:nvSpPr>
        <p:spPr>
          <a:xfrm>
            <a:off x="0" y="1404000"/>
            <a:ext cx="1944000" cy="468000"/>
          </a:xfrm>
          <a:custGeom>
            <a:avLst/>
            <a:gdLst>
              <a:gd name="connsiteX0" fmla="*/ 0 w 2020970"/>
              <a:gd name="connsiteY0" fmla="*/ 0 h 457200"/>
              <a:gd name="connsiteX1" fmla="*/ 2020970 w 2020970"/>
              <a:gd name="connsiteY1" fmla="*/ 0 h 457200"/>
              <a:gd name="connsiteX2" fmla="*/ 2013980 w 2020970"/>
              <a:gd name="connsiteY2" fmla="*/ 5768 h 457200"/>
              <a:gd name="connsiteX3" fmla="*/ 1920242 w 2020970"/>
              <a:gd name="connsiteY3" fmla="*/ 232070 h 457200"/>
              <a:gd name="connsiteX4" fmla="*/ 1974900 w 2020970"/>
              <a:gd name="connsiteY4" fmla="*/ 411007 h 457200"/>
              <a:gd name="connsiteX5" fmla="*/ 2013012 w 2020970"/>
              <a:gd name="connsiteY5" fmla="*/ 457200 h 457200"/>
              <a:gd name="connsiteX6" fmla="*/ 0 w 2020970"/>
              <a:gd name="connsiteY6"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0970" h="457200">
                <a:moveTo>
                  <a:pt x="0" y="0"/>
                </a:moveTo>
                <a:lnTo>
                  <a:pt x="2020970" y="0"/>
                </a:lnTo>
                <a:lnTo>
                  <a:pt x="2013980" y="5768"/>
                </a:lnTo>
                <a:cubicBezTo>
                  <a:pt x="1956064" y="63684"/>
                  <a:pt x="1920242" y="143694"/>
                  <a:pt x="1920242" y="232070"/>
                </a:cubicBezTo>
                <a:cubicBezTo>
                  <a:pt x="1920242" y="298352"/>
                  <a:pt x="1940392" y="359929"/>
                  <a:pt x="1974900" y="411007"/>
                </a:cubicBezTo>
                <a:lnTo>
                  <a:pt x="2013012"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20" name="Bildplatzhalter 4"/>
          <p:cNvSpPr>
            <a:spLocks noGrp="1"/>
          </p:cNvSpPr>
          <p:nvPr>
            <p:ph type="pic" sz="quarter" idx="24"/>
          </p:nvPr>
        </p:nvSpPr>
        <p:spPr>
          <a:xfrm>
            <a:off x="1908000" y="1314000"/>
            <a:ext cx="648000" cy="648000"/>
          </a:xfrm>
          <a:prstGeom prst="ellipse">
            <a:avLst/>
          </a:prstGeom>
        </p:spPr>
        <p:txBody>
          <a:bodyPr anchor="ctr">
            <a:normAutofit/>
          </a:bodyPr>
          <a:lstStyle>
            <a:lvl1pPr marL="0" indent="0" algn="ctr">
              <a:buNone/>
              <a:defRPr sz="800"/>
            </a:lvl1pPr>
          </a:lstStyle>
          <a:p>
            <a:r>
              <a:rPr lang="de-DE" dirty="0"/>
              <a:t>Bild</a:t>
            </a:r>
            <a:endParaRPr lang="de-CH" dirty="0"/>
          </a:p>
        </p:txBody>
      </p:sp>
      <p:sp>
        <p:nvSpPr>
          <p:cNvPr id="22" name="Inhaltsplatzhalter 52"/>
          <p:cNvSpPr>
            <a:spLocks noGrp="1"/>
          </p:cNvSpPr>
          <p:nvPr>
            <p:ph sz="half" idx="29" hasCustomPrompt="1"/>
          </p:nvPr>
        </p:nvSpPr>
        <p:spPr>
          <a:xfrm>
            <a:off x="0" y="2574000"/>
            <a:ext cx="2124000" cy="468000"/>
          </a:xfrm>
          <a:custGeom>
            <a:avLst/>
            <a:gdLst>
              <a:gd name="connsiteX0" fmla="*/ 0 w 2199645"/>
              <a:gd name="connsiteY0" fmla="*/ 0 h 457200"/>
              <a:gd name="connsiteX1" fmla="*/ 2199645 w 2199645"/>
              <a:gd name="connsiteY1" fmla="*/ 0 h 457200"/>
              <a:gd name="connsiteX2" fmla="*/ 2196860 w 2199645"/>
              <a:gd name="connsiteY2" fmla="*/ 2298 h 457200"/>
              <a:gd name="connsiteX3" fmla="*/ 2103122 w 2199645"/>
              <a:gd name="connsiteY3" fmla="*/ 228600 h 457200"/>
              <a:gd name="connsiteX4" fmla="*/ 2196860 w 2199645"/>
              <a:gd name="connsiteY4" fmla="*/ 454902 h 457200"/>
              <a:gd name="connsiteX5" fmla="*/ 2199645 w 2199645"/>
              <a:gd name="connsiteY5" fmla="*/ 457200 h 457200"/>
              <a:gd name="connsiteX6" fmla="*/ 0 w 2199645"/>
              <a:gd name="connsiteY6"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9645" h="457200">
                <a:moveTo>
                  <a:pt x="0" y="0"/>
                </a:moveTo>
                <a:lnTo>
                  <a:pt x="2199645" y="0"/>
                </a:lnTo>
                <a:lnTo>
                  <a:pt x="2196860" y="2298"/>
                </a:lnTo>
                <a:cubicBezTo>
                  <a:pt x="2138944" y="60214"/>
                  <a:pt x="2103122" y="140224"/>
                  <a:pt x="2103122" y="228600"/>
                </a:cubicBezTo>
                <a:cubicBezTo>
                  <a:pt x="2103122" y="316977"/>
                  <a:pt x="2138944" y="396987"/>
                  <a:pt x="2196860" y="454902"/>
                </a:cubicBezTo>
                <a:lnTo>
                  <a:pt x="2199645"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23" name="Inhaltsplatzhalter 55"/>
          <p:cNvSpPr>
            <a:spLocks noGrp="1"/>
          </p:cNvSpPr>
          <p:nvPr>
            <p:ph sz="half" idx="31" hasCustomPrompt="1"/>
          </p:nvPr>
        </p:nvSpPr>
        <p:spPr>
          <a:xfrm>
            <a:off x="0" y="3744000"/>
            <a:ext cx="2304000" cy="468000"/>
          </a:xfrm>
          <a:custGeom>
            <a:avLst/>
            <a:gdLst>
              <a:gd name="connsiteX0" fmla="*/ 0 w 2382522"/>
              <a:gd name="connsiteY0" fmla="*/ 0 h 457200"/>
              <a:gd name="connsiteX1" fmla="*/ 2382522 w 2382522"/>
              <a:gd name="connsiteY1" fmla="*/ 0 h 457200"/>
              <a:gd name="connsiteX2" fmla="*/ 2379738 w 2382522"/>
              <a:gd name="connsiteY2" fmla="*/ 2298 h 457200"/>
              <a:gd name="connsiteX3" fmla="*/ 2286000 w 2382522"/>
              <a:gd name="connsiteY3" fmla="*/ 228600 h 457200"/>
              <a:gd name="connsiteX4" fmla="*/ 2379738 w 2382522"/>
              <a:gd name="connsiteY4" fmla="*/ 454903 h 457200"/>
              <a:gd name="connsiteX5" fmla="*/ 2382522 w 2382522"/>
              <a:gd name="connsiteY5" fmla="*/ 457200 h 457200"/>
              <a:gd name="connsiteX6" fmla="*/ 0 w 2382522"/>
              <a:gd name="connsiteY6"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2522" h="457200">
                <a:moveTo>
                  <a:pt x="0" y="0"/>
                </a:moveTo>
                <a:lnTo>
                  <a:pt x="2382522" y="0"/>
                </a:lnTo>
                <a:lnTo>
                  <a:pt x="2379738" y="2298"/>
                </a:lnTo>
                <a:cubicBezTo>
                  <a:pt x="2321822" y="60214"/>
                  <a:pt x="2286000" y="140224"/>
                  <a:pt x="2286000" y="228600"/>
                </a:cubicBezTo>
                <a:cubicBezTo>
                  <a:pt x="2286000" y="316977"/>
                  <a:pt x="2321822" y="396987"/>
                  <a:pt x="2379738" y="454903"/>
                </a:cubicBezTo>
                <a:lnTo>
                  <a:pt x="2382522"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24" name="Bildplatzhalter 4"/>
          <p:cNvSpPr>
            <a:spLocks noGrp="1"/>
          </p:cNvSpPr>
          <p:nvPr>
            <p:ph type="pic" sz="quarter" idx="32"/>
          </p:nvPr>
        </p:nvSpPr>
        <p:spPr>
          <a:xfrm>
            <a:off x="2088000" y="2484000"/>
            <a:ext cx="648000" cy="648000"/>
          </a:xfrm>
          <a:prstGeom prst="ellipse">
            <a:avLst/>
          </a:prstGeom>
        </p:spPr>
        <p:txBody>
          <a:bodyPr anchor="ctr">
            <a:normAutofit/>
          </a:bodyPr>
          <a:lstStyle>
            <a:lvl1pPr marL="0" indent="0" algn="ctr">
              <a:buNone/>
              <a:defRPr sz="800"/>
            </a:lvl1pPr>
          </a:lstStyle>
          <a:p>
            <a:r>
              <a:rPr lang="de-DE" dirty="0"/>
              <a:t>Bild</a:t>
            </a:r>
            <a:endParaRPr lang="de-CH" dirty="0"/>
          </a:p>
        </p:txBody>
      </p:sp>
      <p:sp>
        <p:nvSpPr>
          <p:cNvPr id="25" name="Bildplatzhalter 4"/>
          <p:cNvSpPr>
            <a:spLocks noGrp="1"/>
          </p:cNvSpPr>
          <p:nvPr>
            <p:ph type="pic" sz="quarter" idx="33"/>
          </p:nvPr>
        </p:nvSpPr>
        <p:spPr>
          <a:xfrm>
            <a:off x="2268000" y="3654000"/>
            <a:ext cx="648000" cy="648000"/>
          </a:xfrm>
          <a:prstGeom prst="ellipse">
            <a:avLst/>
          </a:prstGeom>
        </p:spPr>
        <p:txBody>
          <a:bodyPr anchor="ctr">
            <a:normAutofit/>
          </a:bodyPr>
          <a:lstStyle>
            <a:lvl1pPr marL="0" indent="0" algn="ctr">
              <a:buNone/>
              <a:defRPr sz="800"/>
            </a:lvl1pPr>
          </a:lstStyle>
          <a:p>
            <a:r>
              <a:rPr lang="de-DE" dirty="0"/>
              <a:t>Bild</a:t>
            </a:r>
            <a:endParaRPr lang="de-CH" dirty="0"/>
          </a:p>
        </p:txBody>
      </p:sp>
    </p:spTree>
    <p:extLst>
      <p:ext uri="{BB962C8B-B14F-4D97-AF65-F5344CB8AC3E}">
        <p14:creationId xmlns:p14="http://schemas.microsoft.com/office/powerpoint/2010/main" val="882174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1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2663789" y="1080000"/>
            <a:ext cx="6120210"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9" name="Inhaltsplatzhalter 7"/>
          <p:cNvSpPr>
            <a:spLocks noGrp="1"/>
          </p:cNvSpPr>
          <p:nvPr>
            <p:ph sz="quarter" idx="22" hasCustomPrompt="1"/>
          </p:nvPr>
        </p:nvSpPr>
        <p:spPr>
          <a:xfrm>
            <a:off x="2663789" y="3420000"/>
            <a:ext cx="6120209" cy="1116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0" name="Inhaltsplatzhalter 7"/>
          <p:cNvSpPr>
            <a:spLocks noGrp="1"/>
          </p:cNvSpPr>
          <p:nvPr>
            <p:ph sz="quarter" idx="23" hasCustomPrompt="1"/>
          </p:nvPr>
        </p:nvSpPr>
        <p:spPr>
          <a:xfrm>
            <a:off x="2663788" y="2250000"/>
            <a:ext cx="6120210"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9" name="Inhaltsplatzhalter 23"/>
          <p:cNvSpPr>
            <a:spLocks noGrp="1"/>
          </p:cNvSpPr>
          <p:nvPr>
            <p:ph sz="half" idx="31" hasCustomPrompt="1"/>
          </p:nvPr>
        </p:nvSpPr>
        <p:spPr>
          <a:xfrm>
            <a:off x="0" y="3708000"/>
            <a:ext cx="2520000" cy="540000"/>
          </a:xfrm>
          <a:custGeom>
            <a:avLst/>
            <a:gdLst>
              <a:gd name="connsiteX0" fmla="*/ 365762 w 2926087"/>
              <a:gd name="connsiteY0" fmla="*/ 0 h 458160"/>
              <a:gd name="connsiteX1" fmla="*/ 2697487 w 2926087"/>
              <a:gd name="connsiteY1" fmla="*/ 0 h 458160"/>
              <a:gd name="connsiteX2" fmla="*/ 2703565 w 2926087"/>
              <a:gd name="connsiteY2" fmla="*/ 0 h 458160"/>
              <a:gd name="connsiteX3" fmla="*/ 2702813 w 2926087"/>
              <a:gd name="connsiteY3" fmla="*/ 537 h 458160"/>
              <a:gd name="connsiteX4" fmla="*/ 2743558 w 2926087"/>
              <a:gd name="connsiteY4" fmla="*/ 4644 h 458160"/>
              <a:gd name="connsiteX5" fmla="*/ 2926087 w 2926087"/>
              <a:gd name="connsiteY5" fmla="*/ 228600 h 458160"/>
              <a:gd name="connsiteX6" fmla="*/ 2697487 w 2926087"/>
              <a:gd name="connsiteY6" fmla="*/ 457200 h 458160"/>
              <a:gd name="connsiteX7" fmla="*/ 2694027 w 2926087"/>
              <a:gd name="connsiteY7" fmla="*/ 456851 h 458160"/>
              <a:gd name="connsiteX8" fmla="*/ 2694360 w 2926087"/>
              <a:gd name="connsiteY8" fmla="*/ 457200 h 458160"/>
              <a:gd name="connsiteX9" fmla="*/ 2330584 w 2926087"/>
              <a:gd name="connsiteY9" fmla="*/ 457200 h 458160"/>
              <a:gd name="connsiteX10" fmla="*/ 2331720 w 2926087"/>
              <a:gd name="connsiteY10" fmla="*/ 458160 h 458160"/>
              <a:gd name="connsiteX11" fmla="*/ 182880 w 2926087"/>
              <a:gd name="connsiteY11" fmla="*/ 458160 h 458160"/>
              <a:gd name="connsiteX12" fmla="*/ 0 w 2926087"/>
              <a:gd name="connsiteY12" fmla="*/ 458160 h 458160"/>
              <a:gd name="connsiteX13" fmla="*/ 0 w 2926087"/>
              <a:gd name="connsiteY13" fmla="*/ 960 h 458160"/>
              <a:gd name="connsiteX14" fmla="*/ 182880 w 2926087"/>
              <a:gd name="connsiteY14" fmla="*/ 960 h 458160"/>
              <a:gd name="connsiteX15" fmla="*/ 365762 w 2926087"/>
              <a:gd name="connsiteY15" fmla="*/ 960 h 45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26087" h="458160">
                <a:moveTo>
                  <a:pt x="365762" y="0"/>
                </a:moveTo>
                <a:lnTo>
                  <a:pt x="2697487" y="0"/>
                </a:lnTo>
                <a:lnTo>
                  <a:pt x="2703565" y="0"/>
                </a:lnTo>
                <a:lnTo>
                  <a:pt x="2702813" y="537"/>
                </a:lnTo>
                <a:lnTo>
                  <a:pt x="2743558" y="4644"/>
                </a:lnTo>
                <a:cubicBezTo>
                  <a:pt x="2847727" y="25961"/>
                  <a:pt x="2926087" y="118130"/>
                  <a:pt x="2926087" y="228600"/>
                </a:cubicBezTo>
                <a:cubicBezTo>
                  <a:pt x="2926087" y="354852"/>
                  <a:pt x="2823739" y="457200"/>
                  <a:pt x="2697487" y="457200"/>
                </a:cubicBezTo>
                <a:lnTo>
                  <a:pt x="2694027" y="456851"/>
                </a:lnTo>
                <a:lnTo>
                  <a:pt x="2694360" y="457200"/>
                </a:lnTo>
                <a:lnTo>
                  <a:pt x="2330584" y="457200"/>
                </a:lnTo>
                <a:lnTo>
                  <a:pt x="2331720" y="458160"/>
                </a:lnTo>
                <a:lnTo>
                  <a:pt x="182880" y="458160"/>
                </a:lnTo>
                <a:lnTo>
                  <a:pt x="0" y="458160"/>
                </a:lnTo>
                <a:lnTo>
                  <a:pt x="0" y="960"/>
                </a:lnTo>
                <a:lnTo>
                  <a:pt x="182880" y="960"/>
                </a:lnTo>
                <a:lnTo>
                  <a:pt x="365762" y="96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20" name="Inhaltsplatzhalter 17"/>
          <p:cNvSpPr>
            <a:spLocks noGrp="1"/>
          </p:cNvSpPr>
          <p:nvPr>
            <p:ph sz="half" idx="37" hasCustomPrompt="1"/>
          </p:nvPr>
        </p:nvSpPr>
        <p:spPr>
          <a:xfrm>
            <a:off x="0" y="2538000"/>
            <a:ext cx="2520000" cy="540000"/>
          </a:xfrm>
          <a:custGeom>
            <a:avLst/>
            <a:gdLst>
              <a:gd name="connsiteX0" fmla="*/ 182882 w 2743207"/>
              <a:gd name="connsiteY0" fmla="*/ 0 h 458160"/>
              <a:gd name="connsiteX1" fmla="*/ 2514607 w 2743207"/>
              <a:gd name="connsiteY1" fmla="*/ 0 h 458160"/>
              <a:gd name="connsiteX2" fmla="*/ 2520685 w 2743207"/>
              <a:gd name="connsiteY2" fmla="*/ 0 h 458160"/>
              <a:gd name="connsiteX3" fmla="*/ 2519933 w 2743207"/>
              <a:gd name="connsiteY3" fmla="*/ 537 h 458160"/>
              <a:gd name="connsiteX4" fmla="*/ 2560678 w 2743207"/>
              <a:gd name="connsiteY4" fmla="*/ 4644 h 458160"/>
              <a:gd name="connsiteX5" fmla="*/ 2743207 w 2743207"/>
              <a:gd name="connsiteY5" fmla="*/ 228600 h 458160"/>
              <a:gd name="connsiteX6" fmla="*/ 2514607 w 2743207"/>
              <a:gd name="connsiteY6" fmla="*/ 457200 h 458160"/>
              <a:gd name="connsiteX7" fmla="*/ 2511147 w 2743207"/>
              <a:gd name="connsiteY7" fmla="*/ 456851 h 458160"/>
              <a:gd name="connsiteX8" fmla="*/ 2511480 w 2743207"/>
              <a:gd name="connsiteY8" fmla="*/ 457200 h 458160"/>
              <a:gd name="connsiteX9" fmla="*/ 2147704 w 2743207"/>
              <a:gd name="connsiteY9" fmla="*/ 457200 h 458160"/>
              <a:gd name="connsiteX10" fmla="*/ 2148840 w 2743207"/>
              <a:gd name="connsiteY10" fmla="*/ 458160 h 458160"/>
              <a:gd name="connsiteX11" fmla="*/ 0 w 2743207"/>
              <a:gd name="connsiteY11" fmla="*/ 458160 h 458160"/>
              <a:gd name="connsiteX12" fmla="*/ 0 w 2743207"/>
              <a:gd name="connsiteY12" fmla="*/ 960 h 458160"/>
              <a:gd name="connsiteX13" fmla="*/ 182882 w 2743207"/>
              <a:gd name="connsiteY13" fmla="*/ 960 h 45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3207" h="458160">
                <a:moveTo>
                  <a:pt x="182882" y="0"/>
                </a:moveTo>
                <a:lnTo>
                  <a:pt x="2514607" y="0"/>
                </a:lnTo>
                <a:lnTo>
                  <a:pt x="2520685" y="0"/>
                </a:lnTo>
                <a:lnTo>
                  <a:pt x="2519933" y="537"/>
                </a:lnTo>
                <a:lnTo>
                  <a:pt x="2560678" y="4644"/>
                </a:lnTo>
                <a:cubicBezTo>
                  <a:pt x="2664847" y="25961"/>
                  <a:pt x="2743207" y="118130"/>
                  <a:pt x="2743207" y="228600"/>
                </a:cubicBezTo>
                <a:cubicBezTo>
                  <a:pt x="2743207" y="354852"/>
                  <a:pt x="2640859" y="457200"/>
                  <a:pt x="2514607" y="457200"/>
                </a:cubicBezTo>
                <a:lnTo>
                  <a:pt x="2511147" y="456851"/>
                </a:lnTo>
                <a:lnTo>
                  <a:pt x="2511480" y="457200"/>
                </a:lnTo>
                <a:lnTo>
                  <a:pt x="2147704" y="457200"/>
                </a:lnTo>
                <a:lnTo>
                  <a:pt x="2148840" y="458160"/>
                </a:lnTo>
                <a:lnTo>
                  <a:pt x="0" y="458160"/>
                </a:lnTo>
                <a:lnTo>
                  <a:pt x="0" y="960"/>
                </a:lnTo>
                <a:lnTo>
                  <a:pt x="182882" y="96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22" name="Inhaltsplatzhalter 18"/>
          <p:cNvSpPr>
            <a:spLocks noGrp="1"/>
          </p:cNvSpPr>
          <p:nvPr>
            <p:ph sz="half" idx="29" hasCustomPrompt="1"/>
          </p:nvPr>
        </p:nvSpPr>
        <p:spPr>
          <a:xfrm>
            <a:off x="0" y="1368000"/>
            <a:ext cx="2520000" cy="540000"/>
          </a:xfrm>
          <a:custGeom>
            <a:avLst/>
            <a:gdLst>
              <a:gd name="connsiteX0" fmla="*/ 0 w 2560325"/>
              <a:gd name="connsiteY0" fmla="*/ 0 h 457200"/>
              <a:gd name="connsiteX1" fmla="*/ 2331725 w 2560325"/>
              <a:gd name="connsiteY1" fmla="*/ 0 h 457200"/>
              <a:gd name="connsiteX2" fmla="*/ 2337803 w 2560325"/>
              <a:gd name="connsiteY2" fmla="*/ 0 h 457200"/>
              <a:gd name="connsiteX3" fmla="*/ 2337051 w 2560325"/>
              <a:gd name="connsiteY3" fmla="*/ 537 h 457200"/>
              <a:gd name="connsiteX4" fmla="*/ 2377796 w 2560325"/>
              <a:gd name="connsiteY4" fmla="*/ 4644 h 457200"/>
              <a:gd name="connsiteX5" fmla="*/ 2560325 w 2560325"/>
              <a:gd name="connsiteY5" fmla="*/ 228600 h 457200"/>
              <a:gd name="connsiteX6" fmla="*/ 2331725 w 2560325"/>
              <a:gd name="connsiteY6" fmla="*/ 457200 h 457200"/>
              <a:gd name="connsiteX7" fmla="*/ 2328265 w 2560325"/>
              <a:gd name="connsiteY7" fmla="*/ 456851 h 457200"/>
              <a:gd name="connsiteX8" fmla="*/ 2328598 w 2560325"/>
              <a:gd name="connsiteY8" fmla="*/ 457200 h 457200"/>
              <a:gd name="connsiteX9" fmla="*/ 0 w 2560325"/>
              <a:gd name="connsiteY9"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60325" h="457200">
                <a:moveTo>
                  <a:pt x="0" y="0"/>
                </a:moveTo>
                <a:lnTo>
                  <a:pt x="2331725" y="0"/>
                </a:lnTo>
                <a:lnTo>
                  <a:pt x="2337803" y="0"/>
                </a:lnTo>
                <a:lnTo>
                  <a:pt x="2337051" y="537"/>
                </a:lnTo>
                <a:lnTo>
                  <a:pt x="2377796" y="4644"/>
                </a:lnTo>
                <a:cubicBezTo>
                  <a:pt x="2481965" y="25961"/>
                  <a:pt x="2560325" y="118130"/>
                  <a:pt x="2560325" y="228600"/>
                </a:cubicBezTo>
                <a:cubicBezTo>
                  <a:pt x="2560325" y="354852"/>
                  <a:pt x="2457977" y="457200"/>
                  <a:pt x="2331725" y="457200"/>
                </a:cubicBezTo>
                <a:lnTo>
                  <a:pt x="2328265" y="456851"/>
                </a:lnTo>
                <a:lnTo>
                  <a:pt x="2328598"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Tree>
    <p:extLst>
      <p:ext uri="{BB962C8B-B14F-4D97-AF65-F5344CB8AC3E}">
        <p14:creationId xmlns:p14="http://schemas.microsoft.com/office/powerpoint/2010/main" val="39710257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4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«Untertitel»</a:t>
            </a:r>
          </a:p>
        </p:txBody>
      </p:sp>
      <p:sp>
        <p:nvSpPr>
          <p:cNvPr id="4" name="Fußzeilenplatzhalter 3"/>
          <p:cNvSpPr>
            <a:spLocks noGrp="1"/>
          </p:cNvSpPr>
          <p:nvPr>
            <p:ph type="ftr" sz="quarter" idx="17"/>
          </p:nvPr>
        </p:nvSpPr>
        <p:spPr/>
        <p:txBody>
          <a:bodyPr anchor="ctr"/>
          <a:lstStyle>
            <a:lvl1pPr>
              <a:defRPr>
                <a:solidFill>
                  <a:schemeClr val="tx1"/>
                </a:solidFill>
              </a:defRPr>
            </a:lvl1pPr>
          </a:lstStyle>
          <a:p>
            <a:endParaRPr lang="de-CH" dirty="0"/>
          </a:p>
        </p:txBody>
      </p:sp>
      <p:sp>
        <p:nvSpPr>
          <p:cNvPr id="5" name="Foliennummernplatzhalter 4"/>
          <p:cNvSpPr>
            <a:spLocks noGrp="1"/>
          </p:cNvSpPr>
          <p:nvPr>
            <p:ph type="sldNum" sz="quarter" idx="18"/>
          </p:nvPr>
        </p:nvSpPr>
        <p:spPr/>
        <p:txBody>
          <a:bodyPr anchor="ctr"/>
          <a:lstStyle>
            <a:lvl1pPr>
              <a:defRPr>
                <a:solidFill>
                  <a:schemeClr val="tx1"/>
                </a:solidFill>
              </a:defRPr>
            </a:lvl1pPr>
          </a:lstStyle>
          <a:p>
            <a:fld id="{E6639024-6672-4F87-864B-EA4FA9190A1A}" type="slidenum">
              <a:rPr lang="de-CH" smtClean="0"/>
              <a:pPr/>
              <a:t>‹#›</a:t>
            </a:fld>
            <a:endParaRPr lang="de-CH" dirty="0"/>
          </a:p>
        </p:txBody>
      </p:sp>
      <p:sp>
        <p:nvSpPr>
          <p:cNvPr id="3" name="Textplatzhalter 2"/>
          <p:cNvSpPr>
            <a:spLocks noGrp="1"/>
          </p:cNvSpPr>
          <p:nvPr>
            <p:ph type="body" sz="quarter" idx="19" hasCustomPrompt="1"/>
          </p:nvPr>
        </p:nvSpPr>
        <p:spPr>
          <a:xfrm>
            <a:off x="360363" y="4587874"/>
            <a:ext cx="8423637" cy="180000"/>
          </a:xfrm>
        </p:spPr>
        <p:txBody>
          <a:bodyPr lIns="36000" tIns="36000" rIns="36000" bIns="36000" anchor="ctr">
            <a:noAutofit/>
          </a:bodyPr>
          <a:lstStyle>
            <a:lvl1pPr marL="0" indent="0" algn="r">
              <a:spcBef>
                <a:spcPts val="0"/>
              </a:spcBef>
              <a:spcAft>
                <a:spcPts val="0"/>
              </a:spcAft>
              <a:buNone/>
              <a:defRPr sz="800" baseline="0">
                <a:solidFill>
                  <a:schemeClr val="tx1"/>
                </a:solidFill>
              </a:defRPr>
            </a:lvl1pPr>
          </a:lstStyle>
          <a:p>
            <a:pPr lvl="0"/>
            <a:r>
              <a:rPr lang="de-CH" dirty="0"/>
              <a:t>References</a:t>
            </a:r>
            <a:endParaRPr lang="en-US" dirty="0"/>
          </a:p>
        </p:txBody>
      </p:sp>
      <p:sp>
        <p:nvSpPr>
          <p:cNvPr id="21"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3" name="Inhaltsplatzhalter 7"/>
          <p:cNvSpPr>
            <a:spLocks noGrp="1"/>
          </p:cNvSpPr>
          <p:nvPr>
            <p:ph sz="quarter" idx="20" hasCustomPrompt="1"/>
          </p:nvPr>
        </p:nvSpPr>
        <p:spPr>
          <a:xfrm>
            <a:off x="2663789" y="1080000"/>
            <a:ext cx="6120210"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9" name="Inhaltsplatzhalter 7"/>
          <p:cNvSpPr>
            <a:spLocks noGrp="1"/>
          </p:cNvSpPr>
          <p:nvPr>
            <p:ph sz="quarter" idx="22" hasCustomPrompt="1"/>
          </p:nvPr>
        </p:nvSpPr>
        <p:spPr>
          <a:xfrm>
            <a:off x="3023828" y="3420000"/>
            <a:ext cx="5760170" cy="1116000"/>
          </a:xfrm>
        </p:spPr>
        <p:txBody>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a:solidFill>
                  <a:schemeClr val="tx1"/>
                </a:solidFill>
              </a:defRPr>
            </a:lvl2pPr>
            <a:lvl3pPr marL="648000" indent="-216000">
              <a:lnSpc>
                <a:spcPct val="100000"/>
              </a:lnSpc>
              <a:spcBef>
                <a:spcPts val="200"/>
              </a:spcBef>
              <a:buFont typeface="Symbol" panose="05050102010706020507" pitchFamily="18" charset="2"/>
              <a:buChar char="-"/>
              <a:defRPr>
                <a:solidFill>
                  <a:schemeClr val="tx1"/>
                </a:solidFill>
              </a:defRPr>
            </a:lvl3pPr>
            <a:lvl4pPr marL="864000" indent="-216000">
              <a:lnSpc>
                <a:spcPct val="100000"/>
              </a:lnSpc>
              <a:spcBef>
                <a:spcPts val="200"/>
              </a:spcBef>
              <a:buFont typeface="Symbol" panose="05050102010706020507" pitchFamily="18" charset="2"/>
              <a:buChar char="-"/>
              <a:defRPr>
                <a:solidFill>
                  <a:schemeClr val="tx1"/>
                </a:solidFill>
              </a:defRPr>
            </a:lvl4pPr>
            <a:lvl5pPr marL="1080000" indent="-216000">
              <a:lnSpc>
                <a:spcPct val="100000"/>
              </a:lnSpc>
              <a:spcBef>
                <a:spcPts val="200"/>
              </a:spcBef>
              <a:buFont typeface="Symbol" panose="05050102010706020507" pitchFamily="18" charset="2"/>
              <a:buChar char="-"/>
              <a:defRPr>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0" name="Inhaltsplatzhalter 7"/>
          <p:cNvSpPr>
            <a:spLocks noGrp="1"/>
          </p:cNvSpPr>
          <p:nvPr>
            <p:ph sz="quarter" idx="23" hasCustomPrompt="1"/>
          </p:nvPr>
        </p:nvSpPr>
        <p:spPr>
          <a:xfrm>
            <a:off x="2843808" y="2250000"/>
            <a:ext cx="5940190" cy="1116000"/>
          </a:xfrm>
        </p:spPr>
        <p:txBody>
          <a:bodyPr>
            <a:normAutofit/>
          </a:bodyPr>
          <a:lstStyle>
            <a:lvl1pPr marL="216000" indent="-216000">
              <a:lnSpc>
                <a:spcPct val="100000"/>
              </a:lnSpc>
              <a:spcBef>
                <a:spcPts val="200"/>
              </a:spcBef>
              <a:buClr>
                <a:schemeClr val="tx1"/>
              </a:buClr>
              <a:buFont typeface="Symbol" panose="05050102010706020507" pitchFamily="18" charset="2"/>
              <a:buChar char="-"/>
              <a:defRPr sz="1800">
                <a:solidFill>
                  <a:schemeClr val="tx1"/>
                </a:solidFill>
              </a:defRPr>
            </a:lvl1pPr>
            <a:lvl2pPr marL="432000" indent="-216000">
              <a:lnSpc>
                <a:spcPct val="100000"/>
              </a:lnSpc>
              <a:spcBef>
                <a:spcPts val="200"/>
              </a:spcBef>
              <a:buFont typeface="Symbol" panose="05050102010706020507" pitchFamily="18" charset="2"/>
              <a:buChar char="-"/>
              <a:defRPr sz="1600">
                <a:solidFill>
                  <a:schemeClr val="tx1"/>
                </a:solidFill>
              </a:defRPr>
            </a:lvl2pPr>
            <a:lvl3pPr marL="648000" indent="-216000">
              <a:lnSpc>
                <a:spcPct val="100000"/>
              </a:lnSpc>
              <a:spcBef>
                <a:spcPts val="200"/>
              </a:spcBef>
              <a:buFont typeface="Symbol" panose="05050102010706020507" pitchFamily="18" charset="2"/>
              <a:buChar char="-"/>
              <a:defRPr sz="1400">
                <a:solidFill>
                  <a:schemeClr val="tx1"/>
                </a:solidFill>
              </a:defRPr>
            </a:lvl3pPr>
            <a:lvl4pPr marL="864000" indent="-216000">
              <a:lnSpc>
                <a:spcPct val="100000"/>
              </a:lnSpc>
              <a:spcBef>
                <a:spcPts val="200"/>
              </a:spcBef>
              <a:buFont typeface="Symbol" panose="05050102010706020507" pitchFamily="18" charset="2"/>
              <a:buChar char="-"/>
              <a:defRPr sz="1200">
                <a:solidFill>
                  <a:schemeClr val="tx1"/>
                </a:solidFill>
              </a:defRPr>
            </a:lvl4pPr>
            <a:lvl5pPr marL="1080000" indent="-216000">
              <a:lnSpc>
                <a:spcPct val="100000"/>
              </a:lnSpc>
              <a:spcBef>
                <a:spcPts val="200"/>
              </a:spcBef>
              <a:buFont typeface="Symbol" panose="05050102010706020507" pitchFamily="18" charset="2"/>
              <a:buChar char="-"/>
              <a:defRPr sz="1100">
                <a:solidFill>
                  <a:schemeClr val="tx1"/>
                </a:solidFill>
              </a:defRPr>
            </a:lvl5pPr>
          </a:lstStyle>
          <a:p>
            <a:pPr lvl="0"/>
            <a:r>
              <a:rPr lang="de-CH" noProof="0" dirty="0"/>
              <a:t>Erste Ebene</a:t>
            </a:r>
          </a:p>
          <a:p>
            <a:pPr lvl="1"/>
            <a:r>
              <a:rPr lang="de-CH" noProof="0" dirty="0"/>
              <a:t>Zweite Ebene</a:t>
            </a:r>
          </a:p>
          <a:p>
            <a:pPr lvl="2"/>
            <a:r>
              <a:rPr lang="de-CH" noProof="0" dirty="0"/>
              <a:t>Dritte Ebene</a:t>
            </a:r>
          </a:p>
        </p:txBody>
      </p:sp>
      <p:sp>
        <p:nvSpPr>
          <p:cNvPr id="16" name="Inhaltsplatzhalter 23"/>
          <p:cNvSpPr>
            <a:spLocks noGrp="1"/>
          </p:cNvSpPr>
          <p:nvPr>
            <p:ph sz="half" idx="31" hasCustomPrompt="1"/>
          </p:nvPr>
        </p:nvSpPr>
        <p:spPr>
          <a:xfrm>
            <a:off x="0" y="3708000"/>
            <a:ext cx="2880000" cy="540000"/>
          </a:xfrm>
          <a:custGeom>
            <a:avLst/>
            <a:gdLst>
              <a:gd name="connsiteX0" fmla="*/ 365762 w 2926087"/>
              <a:gd name="connsiteY0" fmla="*/ 0 h 458160"/>
              <a:gd name="connsiteX1" fmla="*/ 2697487 w 2926087"/>
              <a:gd name="connsiteY1" fmla="*/ 0 h 458160"/>
              <a:gd name="connsiteX2" fmla="*/ 2703565 w 2926087"/>
              <a:gd name="connsiteY2" fmla="*/ 0 h 458160"/>
              <a:gd name="connsiteX3" fmla="*/ 2702813 w 2926087"/>
              <a:gd name="connsiteY3" fmla="*/ 537 h 458160"/>
              <a:gd name="connsiteX4" fmla="*/ 2743558 w 2926087"/>
              <a:gd name="connsiteY4" fmla="*/ 4644 h 458160"/>
              <a:gd name="connsiteX5" fmla="*/ 2926087 w 2926087"/>
              <a:gd name="connsiteY5" fmla="*/ 228600 h 458160"/>
              <a:gd name="connsiteX6" fmla="*/ 2697487 w 2926087"/>
              <a:gd name="connsiteY6" fmla="*/ 457200 h 458160"/>
              <a:gd name="connsiteX7" fmla="*/ 2694027 w 2926087"/>
              <a:gd name="connsiteY7" fmla="*/ 456851 h 458160"/>
              <a:gd name="connsiteX8" fmla="*/ 2694360 w 2926087"/>
              <a:gd name="connsiteY8" fmla="*/ 457200 h 458160"/>
              <a:gd name="connsiteX9" fmla="*/ 2330584 w 2926087"/>
              <a:gd name="connsiteY9" fmla="*/ 457200 h 458160"/>
              <a:gd name="connsiteX10" fmla="*/ 2331720 w 2926087"/>
              <a:gd name="connsiteY10" fmla="*/ 458160 h 458160"/>
              <a:gd name="connsiteX11" fmla="*/ 182880 w 2926087"/>
              <a:gd name="connsiteY11" fmla="*/ 458160 h 458160"/>
              <a:gd name="connsiteX12" fmla="*/ 0 w 2926087"/>
              <a:gd name="connsiteY12" fmla="*/ 458160 h 458160"/>
              <a:gd name="connsiteX13" fmla="*/ 0 w 2926087"/>
              <a:gd name="connsiteY13" fmla="*/ 960 h 458160"/>
              <a:gd name="connsiteX14" fmla="*/ 182880 w 2926087"/>
              <a:gd name="connsiteY14" fmla="*/ 960 h 458160"/>
              <a:gd name="connsiteX15" fmla="*/ 365762 w 2926087"/>
              <a:gd name="connsiteY15" fmla="*/ 960 h 45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26087" h="458160">
                <a:moveTo>
                  <a:pt x="365762" y="0"/>
                </a:moveTo>
                <a:lnTo>
                  <a:pt x="2697487" y="0"/>
                </a:lnTo>
                <a:lnTo>
                  <a:pt x="2703565" y="0"/>
                </a:lnTo>
                <a:lnTo>
                  <a:pt x="2702813" y="537"/>
                </a:lnTo>
                <a:lnTo>
                  <a:pt x="2743558" y="4644"/>
                </a:lnTo>
                <a:cubicBezTo>
                  <a:pt x="2847727" y="25961"/>
                  <a:pt x="2926087" y="118130"/>
                  <a:pt x="2926087" y="228600"/>
                </a:cubicBezTo>
                <a:cubicBezTo>
                  <a:pt x="2926087" y="354852"/>
                  <a:pt x="2823739" y="457200"/>
                  <a:pt x="2697487" y="457200"/>
                </a:cubicBezTo>
                <a:lnTo>
                  <a:pt x="2694027" y="456851"/>
                </a:lnTo>
                <a:lnTo>
                  <a:pt x="2694360" y="457200"/>
                </a:lnTo>
                <a:lnTo>
                  <a:pt x="2330584" y="457200"/>
                </a:lnTo>
                <a:lnTo>
                  <a:pt x="2331720" y="458160"/>
                </a:lnTo>
                <a:lnTo>
                  <a:pt x="182880" y="458160"/>
                </a:lnTo>
                <a:lnTo>
                  <a:pt x="0" y="458160"/>
                </a:lnTo>
                <a:lnTo>
                  <a:pt x="0" y="960"/>
                </a:lnTo>
                <a:lnTo>
                  <a:pt x="182880" y="960"/>
                </a:lnTo>
                <a:lnTo>
                  <a:pt x="365762" y="96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7" name="Inhaltsplatzhalter 17"/>
          <p:cNvSpPr>
            <a:spLocks noGrp="1"/>
          </p:cNvSpPr>
          <p:nvPr>
            <p:ph sz="half" idx="34" hasCustomPrompt="1"/>
          </p:nvPr>
        </p:nvSpPr>
        <p:spPr>
          <a:xfrm>
            <a:off x="0" y="2538000"/>
            <a:ext cx="2700000" cy="540000"/>
          </a:xfrm>
          <a:custGeom>
            <a:avLst/>
            <a:gdLst>
              <a:gd name="connsiteX0" fmla="*/ 182882 w 2743207"/>
              <a:gd name="connsiteY0" fmla="*/ 0 h 458160"/>
              <a:gd name="connsiteX1" fmla="*/ 2514607 w 2743207"/>
              <a:gd name="connsiteY1" fmla="*/ 0 h 458160"/>
              <a:gd name="connsiteX2" fmla="*/ 2520685 w 2743207"/>
              <a:gd name="connsiteY2" fmla="*/ 0 h 458160"/>
              <a:gd name="connsiteX3" fmla="*/ 2519933 w 2743207"/>
              <a:gd name="connsiteY3" fmla="*/ 537 h 458160"/>
              <a:gd name="connsiteX4" fmla="*/ 2560678 w 2743207"/>
              <a:gd name="connsiteY4" fmla="*/ 4644 h 458160"/>
              <a:gd name="connsiteX5" fmla="*/ 2743207 w 2743207"/>
              <a:gd name="connsiteY5" fmla="*/ 228600 h 458160"/>
              <a:gd name="connsiteX6" fmla="*/ 2514607 w 2743207"/>
              <a:gd name="connsiteY6" fmla="*/ 457200 h 458160"/>
              <a:gd name="connsiteX7" fmla="*/ 2511147 w 2743207"/>
              <a:gd name="connsiteY7" fmla="*/ 456851 h 458160"/>
              <a:gd name="connsiteX8" fmla="*/ 2511480 w 2743207"/>
              <a:gd name="connsiteY8" fmla="*/ 457200 h 458160"/>
              <a:gd name="connsiteX9" fmla="*/ 2147704 w 2743207"/>
              <a:gd name="connsiteY9" fmla="*/ 457200 h 458160"/>
              <a:gd name="connsiteX10" fmla="*/ 2148840 w 2743207"/>
              <a:gd name="connsiteY10" fmla="*/ 458160 h 458160"/>
              <a:gd name="connsiteX11" fmla="*/ 0 w 2743207"/>
              <a:gd name="connsiteY11" fmla="*/ 458160 h 458160"/>
              <a:gd name="connsiteX12" fmla="*/ 0 w 2743207"/>
              <a:gd name="connsiteY12" fmla="*/ 960 h 458160"/>
              <a:gd name="connsiteX13" fmla="*/ 182882 w 2743207"/>
              <a:gd name="connsiteY13" fmla="*/ 960 h 45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43207" h="458160">
                <a:moveTo>
                  <a:pt x="182882" y="0"/>
                </a:moveTo>
                <a:lnTo>
                  <a:pt x="2514607" y="0"/>
                </a:lnTo>
                <a:lnTo>
                  <a:pt x="2520685" y="0"/>
                </a:lnTo>
                <a:lnTo>
                  <a:pt x="2519933" y="537"/>
                </a:lnTo>
                <a:lnTo>
                  <a:pt x="2560678" y="4644"/>
                </a:lnTo>
                <a:cubicBezTo>
                  <a:pt x="2664847" y="25961"/>
                  <a:pt x="2743207" y="118130"/>
                  <a:pt x="2743207" y="228600"/>
                </a:cubicBezTo>
                <a:cubicBezTo>
                  <a:pt x="2743207" y="354852"/>
                  <a:pt x="2640859" y="457200"/>
                  <a:pt x="2514607" y="457200"/>
                </a:cubicBezTo>
                <a:lnTo>
                  <a:pt x="2511147" y="456851"/>
                </a:lnTo>
                <a:lnTo>
                  <a:pt x="2511480" y="457200"/>
                </a:lnTo>
                <a:lnTo>
                  <a:pt x="2147704" y="457200"/>
                </a:lnTo>
                <a:lnTo>
                  <a:pt x="2148840" y="458160"/>
                </a:lnTo>
                <a:lnTo>
                  <a:pt x="0" y="458160"/>
                </a:lnTo>
                <a:lnTo>
                  <a:pt x="0" y="960"/>
                </a:lnTo>
                <a:lnTo>
                  <a:pt x="182882" y="96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
        <p:nvSpPr>
          <p:cNvPr id="18" name="Inhaltsplatzhalter 18"/>
          <p:cNvSpPr>
            <a:spLocks noGrp="1"/>
          </p:cNvSpPr>
          <p:nvPr>
            <p:ph sz="half" idx="29" hasCustomPrompt="1"/>
          </p:nvPr>
        </p:nvSpPr>
        <p:spPr>
          <a:xfrm>
            <a:off x="0" y="1368000"/>
            <a:ext cx="2520000" cy="540000"/>
          </a:xfrm>
          <a:custGeom>
            <a:avLst/>
            <a:gdLst>
              <a:gd name="connsiteX0" fmla="*/ 0 w 2560325"/>
              <a:gd name="connsiteY0" fmla="*/ 0 h 457200"/>
              <a:gd name="connsiteX1" fmla="*/ 2331725 w 2560325"/>
              <a:gd name="connsiteY1" fmla="*/ 0 h 457200"/>
              <a:gd name="connsiteX2" fmla="*/ 2337803 w 2560325"/>
              <a:gd name="connsiteY2" fmla="*/ 0 h 457200"/>
              <a:gd name="connsiteX3" fmla="*/ 2337051 w 2560325"/>
              <a:gd name="connsiteY3" fmla="*/ 537 h 457200"/>
              <a:gd name="connsiteX4" fmla="*/ 2377796 w 2560325"/>
              <a:gd name="connsiteY4" fmla="*/ 4644 h 457200"/>
              <a:gd name="connsiteX5" fmla="*/ 2560325 w 2560325"/>
              <a:gd name="connsiteY5" fmla="*/ 228600 h 457200"/>
              <a:gd name="connsiteX6" fmla="*/ 2331725 w 2560325"/>
              <a:gd name="connsiteY6" fmla="*/ 457200 h 457200"/>
              <a:gd name="connsiteX7" fmla="*/ 2328265 w 2560325"/>
              <a:gd name="connsiteY7" fmla="*/ 456851 h 457200"/>
              <a:gd name="connsiteX8" fmla="*/ 2328598 w 2560325"/>
              <a:gd name="connsiteY8" fmla="*/ 457200 h 457200"/>
              <a:gd name="connsiteX9" fmla="*/ 0 w 2560325"/>
              <a:gd name="connsiteY9"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60325" h="457200">
                <a:moveTo>
                  <a:pt x="0" y="0"/>
                </a:moveTo>
                <a:lnTo>
                  <a:pt x="2331725" y="0"/>
                </a:lnTo>
                <a:lnTo>
                  <a:pt x="2337803" y="0"/>
                </a:lnTo>
                <a:lnTo>
                  <a:pt x="2337051" y="537"/>
                </a:lnTo>
                <a:lnTo>
                  <a:pt x="2377796" y="4644"/>
                </a:lnTo>
                <a:cubicBezTo>
                  <a:pt x="2481965" y="25961"/>
                  <a:pt x="2560325" y="118130"/>
                  <a:pt x="2560325" y="228600"/>
                </a:cubicBezTo>
                <a:cubicBezTo>
                  <a:pt x="2560325" y="354852"/>
                  <a:pt x="2457977" y="457200"/>
                  <a:pt x="2331725" y="457200"/>
                </a:cubicBezTo>
                <a:lnTo>
                  <a:pt x="2328265" y="456851"/>
                </a:lnTo>
                <a:lnTo>
                  <a:pt x="2328598" y="457200"/>
                </a:lnTo>
                <a:lnTo>
                  <a:pt x="0" y="457200"/>
                </a:lnTo>
                <a:close/>
              </a:path>
            </a:pathLst>
          </a:custGeom>
        </p:spPr>
        <p:txBody>
          <a:bodyPr wrap="square" anchor="ctr">
            <a:noAutofit/>
          </a:bodyPr>
          <a:lstStyle>
            <a:lvl1pPr marL="685800" indent="0" algn="l">
              <a:lnSpc>
                <a:spcPct val="100000"/>
              </a:lnSpc>
              <a:spcBef>
                <a:spcPts val="0"/>
              </a:spcBef>
              <a:buNone/>
              <a:defRPr sz="1400" b="1" baseline="0">
                <a:solidFill>
                  <a:schemeClr val="accent1">
                    <a:lumMod val="25000"/>
                  </a:schemeClr>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Text</a:t>
            </a:r>
          </a:p>
        </p:txBody>
      </p:sp>
    </p:spTree>
    <p:extLst>
      <p:ext uri="{BB962C8B-B14F-4D97-AF65-F5344CB8AC3E}">
        <p14:creationId xmlns:p14="http://schemas.microsoft.com/office/powerpoint/2010/main" val="14140749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nde">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648000"/>
            <a:ext cx="7200468" cy="288000"/>
          </a:xfrm>
          <a:prstGeom prst="rect">
            <a:avLst/>
          </a:prstGeom>
        </p:spPr>
        <p:txBody>
          <a:bodyPr lIns="36000" tIns="36000" rIns="36000" bIns="36000"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«Fragen»</a:t>
            </a:r>
          </a:p>
        </p:txBody>
      </p:sp>
      <p:sp>
        <p:nvSpPr>
          <p:cNvPr id="21" name="Titelplatzhalter 12"/>
          <p:cNvSpPr>
            <a:spLocks noGrp="1"/>
          </p:cNvSpPr>
          <p:nvPr>
            <p:ph type="title" hasCustomPrompt="1"/>
          </p:nvPr>
        </p:nvSpPr>
        <p:spPr>
          <a:xfrm>
            <a:off x="360000" y="180000"/>
            <a:ext cx="7200000" cy="360000"/>
          </a:xfrm>
          <a:prstGeom prst="rect">
            <a:avLst/>
          </a:prstGeom>
        </p:spPr>
        <p:txBody>
          <a:bodyPr vert="horz" lIns="36000" tIns="36000" rIns="36000" bIns="36000" rtlCol="0" anchor="ctr">
            <a:noAutofit/>
          </a:bodyPr>
          <a:lstStyle>
            <a:lvl1pPr marL="0" marR="0" indent="0" algn="l" defTabSz="685800" rtl="0" eaLnBrk="1" fontAlgn="auto" latinLnBrk="0" hangingPunct="1">
              <a:lnSpc>
                <a:spcPct val="100000"/>
              </a:lnSpc>
              <a:spcBef>
                <a:spcPct val="0"/>
              </a:spcBef>
              <a:spcAft>
                <a:spcPts val="0"/>
              </a:spcAft>
              <a:buClrTx/>
              <a:buSzTx/>
              <a:buFontTx/>
              <a:buNone/>
              <a:tabLst/>
              <a:defRPr baseline="0"/>
            </a:lvl1pPr>
          </a:lstStyle>
          <a:p>
            <a:pPr marL="0" marR="0" lvl="0" indent="0" algn="l" defTabSz="685800" rtl="0" eaLnBrk="1" fontAlgn="auto" latinLnBrk="0" hangingPunct="1">
              <a:lnSpc>
                <a:spcPct val="100000"/>
              </a:lnSpc>
              <a:spcBef>
                <a:spcPct val="0"/>
              </a:spcBef>
              <a:spcAft>
                <a:spcPts val="0"/>
              </a:spcAft>
              <a:buClrTx/>
              <a:buSzTx/>
              <a:buFontTx/>
              <a:buNone/>
              <a:tabLst/>
              <a:defRPr/>
            </a:pPr>
            <a:r>
              <a:rPr lang="de-CH" noProof="0" dirty="0"/>
              <a:t>«Vielen Dank für Ihre Aufmerksamkeit»</a:t>
            </a:r>
          </a:p>
        </p:txBody>
      </p:sp>
      <p:sp>
        <p:nvSpPr>
          <p:cNvPr id="8" name="Textplatzhalter 11"/>
          <p:cNvSpPr>
            <a:spLocks noGrp="1"/>
          </p:cNvSpPr>
          <p:nvPr>
            <p:ph type="body" sz="quarter" idx="21" hasCustomPrompt="1"/>
          </p:nvPr>
        </p:nvSpPr>
        <p:spPr>
          <a:xfrm>
            <a:off x="359532" y="1260000"/>
            <a:ext cx="8424468" cy="180000"/>
          </a:xfrm>
          <a:prstGeom prst="rect">
            <a:avLst/>
          </a:prstGeom>
        </p:spPr>
        <p:txBody>
          <a:bodyPr lIns="36000" tIns="36000" rIns="36000" bIns="36000" anchor="ctr">
            <a:noAutofit/>
          </a:bodyPr>
          <a:lstStyle>
            <a:lvl1pPr marL="0" indent="0" algn="l">
              <a:lnSpc>
                <a:spcPct val="100000"/>
              </a:lnSpc>
              <a:spcBef>
                <a:spcPts val="0"/>
              </a:spcBef>
              <a:buNone/>
              <a:defRPr sz="1400" b="1" u="none" baseline="0">
                <a:solidFill>
                  <a:schemeClr val="tx1"/>
                </a:solidFill>
              </a:defRPr>
            </a:lvl1pPr>
          </a:lstStyle>
          <a:p>
            <a:pPr lvl="0"/>
            <a:r>
              <a:rPr lang="de-CH" noProof="0" dirty="0"/>
              <a:t>«Vortragende(r) und Organisationseinheit»</a:t>
            </a:r>
          </a:p>
        </p:txBody>
      </p:sp>
      <p:sp>
        <p:nvSpPr>
          <p:cNvPr id="9" name="Textplatzhalter 11"/>
          <p:cNvSpPr>
            <a:spLocks noGrp="1"/>
          </p:cNvSpPr>
          <p:nvPr>
            <p:ph type="body" sz="quarter" idx="22" hasCustomPrompt="1"/>
          </p:nvPr>
        </p:nvSpPr>
        <p:spPr>
          <a:xfrm>
            <a:off x="359532" y="1512000"/>
            <a:ext cx="8424468" cy="180000"/>
          </a:xfrm>
          <a:prstGeom prst="rect">
            <a:avLst/>
          </a:prstGeom>
        </p:spPr>
        <p:txBody>
          <a:bodyPr lIns="36000" tIns="36000" rIns="36000" bIns="36000" anchor="ctr">
            <a:noAutofit/>
          </a:bodyPr>
          <a:lstStyle>
            <a:lvl1pPr marL="0" indent="0" algn="l">
              <a:lnSpc>
                <a:spcPct val="100000"/>
              </a:lnSpc>
              <a:spcBef>
                <a:spcPts val="0"/>
              </a:spcBef>
              <a:buNone/>
              <a:defRPr sz="1200" b="0" u="none" baseline="0">
                <a:solidFill>
                  <a:schemeClr val="tx1"/>
                </a:solidFill>
              </a:defRPr>
            </a:lvl1pPr>
          </a:lstStyle>
          <a:p>
            <a:pPr lvl="0"/>
            <a:r>
              <a:rPr lang="de-CH" noProof="0" dirty="0"/>
              <a:t>«Datum und Präsentationsort»</a:t>
            </a:r>
          </a:p>
        </p:txBody>
      </p:sp>
      <p:pic>
        <p:nvPicPr>
          <p:cNvPr id="7" name="Inhaltsplatzhalter 7">
            <a:extLst>
              <a:ext uri="{FF2B5EF4-FFF2-40B4-BE49-F238E27FC236}">
                <a16:creationId xmlns:a16="http://schemas.microsoft.com/office/drawing/2014/main" id="{ECF287E3-741C-004F-A0BA-1A2BA0C0FEBF}"/>
              </a:ext>
            </a:extLst>
          </p:cNvPr>
          <p:cNvPicPr>
            <a:picLocks/>
          </p:cNvPicPr>
          <p:nvPr userDrawn="1"/>
        </p:nvPicPr>
        <p:blipFill rotWithShape="1">
          <a:blip r:embed="rId2">
            <a:extLst>
              <a:ext uri="{28A0092B-C50C-407E-A947-70E740481C1C}">
                <a14:useLocalDpi xmlns:a14="http://schemas.microsoft.com/office/drawing/2010/main" val="0"/>
              </a:ext>
            </a:extLst>
          </a:blip>
          <a:srcRect b="3146"/>
          <a:stretch/>
        </p:blipFill>
        <p:spPr>
          <a:xfrm>
            <a:off x="0" y="2016000"/>
            <a:ext cx="9144000" cy="3127500"/>
          </a:xfrm>
          <a:prstGeom prst="rect">
            <a:avLst/>
          </a:prstGeom>
        </p:spPr>
      </p:pic>
      <p:sp>
        <p:nvSpPr>
          <p:cNvPr id="10" name="Textfeld 9"/>
          <p:cNvSpPr txBox="1"/>
          <p:nvPr userDrawn="1"/>
        </p:nvSpPr>
        <p:spPr>
          <a:xfrm rot="20390563">
            <a:off x="3745193" y="2430129"/>
            <a:ext cx="1525648" cy="1323439"/>
          </a:xfrm>
          <a:prstGeom prst="rect">
            <a:avLst/>
          </a:prstGeom>
          <a:solidFill>
            <a:srgbClr val="F4F4F4"/>
          </a:solidFill>
        </p:spPr>
        <p:txBody>
          <a:bodyPr wrap="square" rtlCol="0" anchor="ctr">
            <a:spAutoFit/>
          </a:bodyPr>
          <a:lstStyle/>
          <a:p>
            <a:pPr algn="ctr"/>
            <a:r>
              <a:rPr lang="de-CH" sz="8000" dirty="0">
                <a:solidFill>
                  <a:srgbClr val="8E8E8E"/>
                </a:solidFill>
              </a:rPr>
              <a:t>?</a:t>
            </a:r>
            <a:endParaRPr lang="en-US" sz="8000" dirty="0">
              <a:solidFill>
                <a:srgbClr val="8E8E8E"/>
              </a:solidFill>
            </a:endParaRPr>
          </a:p>
        </p:txBody>
      </p:sp>
    </p:spTree>
    <p:extLst>
      <p:ext uri="{BB962C8B-B14F-4D97-AF65-F5344CB8AC3E}">
        <p14:creationId xmlns:p14="http://schemas.microsoft.com/office/powerpoint/2010/main" val="7281039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Standard">
    <p:spTree>
      <p:nvGrpSpPr>
        <p:cNvPr id="1" name=""/>
        <p:cNvGrpSpPr/>
        <p:nvPr/>
      </p:nvGrpSpPr>
      <p:grpSpPr>
        <a:xfrm>
          <a:off x="0" y="0"/>
          <a:ext cx="0" cy="0"/>
          <a:chOff x="0" y="0"/>
          <a:chExt cx="0" cy="0"/>
        </a:xfrm>
      </p:grpSpPr>
      <p:sp>
        <p:nvSpPr>
          <p:cNvPr id="12" name="Textplatzhalter 11"/>
          <p:cNvSpPr>
            <a:spLocks noGrp="1"/>
          </p:cNvSpPr>
          <p:nvPr>
            <p:ph type="body" sz="quarter" idx="12" hasCustomPrompt="1"/>
          </p:nvPr>
        </p:nvSpPr>
        <p:spPr>
          <a:xfrm>
            <a:off x="359533" y="2268000"/>
            <a:ext cx="7200468" cy="288000"/>
          </a:xfrm>
          <a:prstGeom prst="rect">
            <a:avLst/>
          </a:prstGeom>
        </p:spPr>
        <p:txBody>
          <a:bodyPr lIns="36000" tIns="36000" rIns="36000" bIns="36000" anchor="ctr">
            <a:noAutofit/>
          </a:bodyPr>
          <a:lstStyle>
            <a:lvl1pPr marL="0" indent="0" algn="l">
              <a:lnSpc>
                <a:spcPct val="100000"/>
              </a:lnSpc>
              <a:spcBef>
                <a:spcPts val="0"/>
              </a:spcBef>
              <a:buNone/>
              <a:defRPr sz="1800" b="1" u="none" baseline="0">
                <a:solidFill>
                  <a:schemeClr val="tx1"/>
                </a:solidFill>
              </a:defRPr>
            </a:lvl1pPr>
          </a:lstStyle>
          <a:p>
            <a:pPr lvl="0"/>
            <a:r>
              <a:rPr lang="de-CH" noProof="0" dirty="0"/>
              <a:t>«Fragen»</a:t>
            </a:r>
          </a:p>
        </p:txBody>
      </p:sp>
      <p:sp>
        <p:nvSpPr>
          <p:cNvPr id="21" name="Titelplatzhalter 12"/>
          <p:cNvSpPr>
            <a:spLocks noGrp="1"/>
          </p:cNvSpPr>
          <p:nvPr>
            <p:ph type="title" hasCustomPrompt="1"/>
          </p:nvPr>
        </p:nvSpPr>
        <p:spPr>
          <a:xfrm>
            <a:off x="360000" y="1800000"/>
            <a:ext cx="7200000" cy="360000"/>
          </a:xfrm>
          <a:prstGeom prst="rect">
            <a:avLst/>
          </a:prstGeom>
        </p:spPr>
        <p:txBody>
          <a:bodyPr vert="horz" lIns="36000" tIns="36000" rIns="36000" bIns="36000" rtlCol="0" anchor="ctr">
            <a:noAutofit/>
          </a:bodyPr>
          <a:lstStyle>
            <a:lvl1pPr>
              <a:defRPr/>
            </a:lvl1pPr>
          </a:lstStyle>
          <a:p>
            <a:r>
              <a:rPr lang="de-CH" noProof="0" dirty="0"/>
              <a:t>«Vielen Dank für Ihre Aufmerksamkeit»</a:t>
            </a:r>
          </a:p>
        </p:txBody>
      </p:sp>
      <p:sp>
        <p:nvSpPr>
          <p:cNvPr id="8" name="Textplatzhalter 11"/>
          <p:cNvSpPr>
            <a:spLocks noGrp="1"/>
          </p:cNvSpPr>
          <p:nvPr>
            <p:ph type="body" sz="quarter" idx="21" hasCustomPrompt="1"/>
          </p:nvPr>
        </p:nvSpPr>
        <p:spPr>
          <a:xfrm>
            <a:off x="359532" y="2880000"/>
            <a:ext cx="7200468" cy="180000"/>
          </a:xfrm>
          <a:prstGeom prst="rect">
            <a:avLst/>
          </a:prstGeom>
        </p:spPr>
        <p:txBody>
          <a:bodyPr lIns="36000" tIns="36000" rIns="36000" bIns="36000" anchor="ctr">
            <a:noAutofit/>
          </a:bodyPr>
          <a:lstStyle>
            <a:lvl1pPr marL="0" indent="0" algn="l">
              <a:lnSpc>
                <a:spcPct val="100000"/>
              </a:lnSpc>
              <a:spcBef>
                <a:spcPts val="0"/>
              </a:spcBef>
              <a:buNone/>
              <a:defRPr sz="1400" b="1" u="none" baseline="0">
                <a:solidFill>
                  <a:schemeClr val="tx1"/>
                </a:solidFill>
              </a:defRPr>
            </a:lvl1pPr>
          </a:lstStyle>
          <a:p>
            <a:pPr lvl="0"/>
            <a:r>
              <a:rPr lang="de-CH" noProof="0" dirty="0"/>
              <a:t>«Vortragende(r) und Organisationseinheit»</a:t>
            </a:r>
          </a:p>
        </p:txBody>
      </p:sp>
      <p:sp>
        <p:nvSpPr>
          <p:cNvPr id="9" name="Textplatzhalter 11"/>
          <p:cNvSpPr>
            <a:spLocks noGrp="1"/>
          </p:cNvSpPr>
          <p:nvPr>
            <p:ph type="body" sz="quarter" idx="22" hasCustomPrompt="1"/>
          </p:nvPr>
        </p:nvSpPr>
        <p:spPr>
          <a:xfrm>
            <a:off x="359532" y="3132000"/>
            <a:ext cx="7200468" cy="180000"/>
          </a:xfrm>
          <a:prstGeom prst="rect">
            <a:avLst/>
          </a:prstGeom>
        </p:spPr>
        <p:txBody>
          <a:bodyPr lIns="36000" tIns="36000" rIns="36000" bIns="36000" anchor="ctr">
            <a:noAutofit/>
          </a:bodyPr>
          <a:lstStyle>
            <a:lvl1pPr marL="0" indent="0" algn="l">
              <a:lnSpc>
                <a:spcPct val="100000"/>
              </a:lnSpc>
              <a:spcBef>
                <a:spcPts val="0"/>
              </a:spcBef>
              <a:buNone/>
              <a:defRPr sz="1200" b="0" u="none" baseline="0">
                <a:solidFill>
                  <a:schemeClr val="tx1"/>
                </a:solidFill>
              </a:defRPr>
            </a:lvl1pPr>
          </a:lstStyle>
          <a:p>
            <a:pPr lvl="0"/>
            <a:r>
              <a:rPr lang="de-CH" noProof="0" dirty="0"/>
              <a:t>«Datum und Präsentationsort»</a:t>
            </a:r>
          </a:p>
        </p:txBody>
      </p:sp>
    </p:spTree>
    <p:extLst>
      <p:ext uri="{BB962C8B-B14F-4D97-AF65-F5344CB8AC3E}">
        <p14:creationId xmlns:p14="http://schemas.microsoft.com/office/powerpoint/2010/main" val="215674612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 Inhaltverzeichnis">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4A7E35E8-11B1-964A-B3B7-ABCDE11750B9}"/>
              </a:ext>
            </a:extLst>
          </p:cNvPr>
          <p:cNvSpPr>
            <a:spLocks noGrp="1"/>
          </p:cNvSpPr>
          <p:nvPr>
            <p:ph type="body" idx="11" hasCustomPrompt="1"/>
          </p:nvPr>
        </p:nvSpPr>
        <p:spPr>
          <a:xfrm>
            <a:off x="540000" y="1170000"/>
            <a:ext cx="7020000" cy="410369"/>
          </a:xfrm>
          <a:prstGeom prst="rect">
            <a:avLst/>
          </a:prstGeom>
        </p:spPr>
        <p:txBody>
          <a:bodyPr lIns="0" tIns="0" rIns="0" bIns="0" anchor="t">
            <a:noAutofit/>
          </a:bodyPr>
          <a:lstStyle>
            <a:lvl1pPr marL="0" marR="0" indent="0" algn="l" defTabSz="914377" rtl="0" eaLnBrk="1" fontAlgn="auto" latinLnBrk="0" hangingPunct="1">
              <a:lnSpc>
                <a:spcPts val="3200"/>
              </a:lnSpc>
              <a:spcBef>
                <a:spcPts val="0"/>
              </a:spcBef>
              <a:spcAft>
                <a:spcPts val="0"/>
              </a:spcAft>
              <a:buClrTx/>
              <a:buSzTx/>
              <a:buFont typeface="Arial" panose="020B0604020202020204" pitchFamily="34" charset="0"/>
              <a:buNone/>
              <a:tabLst/>
              <a:defRPr sz="280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Titel B (Arial 28pt., schwarz, max. 1 Zeile) </a:t>
            </a:r>
          </a:p>
        </p:txBody>
      </p:sp>
      <p:sp>
        <p:nvSpPr>
          <p:cNvPr id="11" name="Textplatzhalter 10">
            <a:extLst>
              <a:ext uri="{FF2B5EF4-FFF2-40B4-BE49-F238E27FC236}">
                <a16:creationId xmlns:a16="http://schemas.microsoft.com/office/drawing/2014/main" id="{81FC3BBB-A060-D84D-A85B-A61AE52B9CEC}"/>
              </a:ext>
            </a:extLst>
          </p:cNvPr>
          <p:cNvSpPr>
            <a:spLocks noGrp="1"/>
          </p:cNvSpPr>
          <p:nvPr>
            <p:ph type="body" sz="quarter" idx="12" hasCustomPrompt="1"/>
          </p:nvPr>
        </p:nvSpPr>
        <p:spPr>
          <a:xfrm>
            <a:off x="540000" y="2190750"/>
            <a:ext cx="3727200" cy="2610000"/>
          </a:xfrm>
          <a:prstGeom prst="rect">
            <a:avLst/>
          </a:prstGeom>
        </p:spPr>
        <p:txBody>
          <a:bodyPr wrap="square" lIns="0" tIns="0" rIns="0" bIns="0">
            <a:noAutofit/>
          </a:bodyPr>
          <a:lstStyle>
            <a:lvl1pPr marL="0" marR="0" indent="0" algn="l" defTabSz="914377" rtl="0" eaLnBrk="1" fontAlgn="auto" latinLnBrk="0" hangingPunct="1">
              <a:lnSpc>
                <a:spcPts val="2400"/>
              </a:lnSpc>
              <a:spcBef>
                <a:spcPts val="0"/>
              </a:spcBef>
              <a:spcAft>
                <a:spcPts val="0"/>
              </a:spcAft>
              <a:buClrTx/>
              <a:buSzTx/>
              <a:buFont typeface="Arial" panose="020B0604020202020204" pitchFamily="34" charset="0"/>
              <a:buNone/>
              <a:tabLst/>
              <a:defRPr sz="2000">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pPr marL="0" marR="0" lvl="0" indent="0" algn="l" defTabSz="914377" rtl="0" eaLnBrk="1" fontAlgn="auto" latinLnBrk="0" hangingPunct="1">
              <a:lnSpc>
                <a:spcPts val="2000"/>
              </a:lnSpc>
              <a:spcBef>
                <a:spcPts val="0"/>
              </a:spcBef>
              <a:spcAft>
                <a:spcPts val="0"/>
              </a:spcAft>
              <a:buClrTx/>
              <a:buSzTx/>
              <a:buFont typeface="Arial" panose="020B0604020202020204" pitchFamily="34" charset="0"/>
              <a:buNone/>
              <a:tabLst/>
              <a:defRPr/>
            </a:pPr>
            <a:r>
              <a:rPr lang="de-DE" dirty="0"/>
              <a:t>Inhalt Nr. 1: Arial 20/24pt.</a:t>
            </a:r>
          </a:p>
          <a:p>
            <a:pPr lvl="0"/>
            <a:endParaRPr lang="de-DE" dirty="0"/>
          </a:p>
          <a:p>
            <a:pPr lvl="0"/>
            <a:r>
              <a:rPr lang="de-DE" dirty="0"/>
              <a:t>Inhalt Nr. 2</a:t>
            </a:r>
          </a:p>
        </p:txBody>
      </p:sp>
      <p:sp>
        <p:nvSpPr>
          <p:cNvPr id="14" name="Textplatzhalter 10">
            <a:extLst>
              <a:ext uri="{FF2B5EF4-FFF2-40B4-BE49-F238E27FC236}">
                <a16:creationId xmlns:a16="http://schemas.microsoft.com/office/drawing/2014/main" id="{B236500E-83E7-924C-AF0B-0F29C91C1A20}"/>
              </a:ext>
            </a:extLst>
          </p:cNvPr>
          <p:cNvSpPr>
            <a:spLocks noGrp="1"/>
          </p:cNvSpPr>
          <p:nvPr>
            <p:ph type="body" sz="quarter" idx="14" hasCustomPrompt="1"/>
          </p:nvPr>
        </p:nvSpPr>
        <p:spPr>
          <a:xfrm>
            <a:off x="4878000" y="2190750"/>
            <a:ext cx="3727200" cy="2610000"/>
          </a:xfrm>
          <a:prstGeom prst="rect">
            <a:avLst/>
          </a:prstGeom>
        </p:spPr>
        <p:txBody>
          <a:bodyPr wrap="square" lIns="0" tIns="0" rIns="0" bIns="0">
            <a:noAutofit/>
          </a:bodyPr>
          <a:lstStyle>
            <a:lvl1pPr marL="0" marR="0" indent="0" algn="l" defTabSz="914377" rtl="0" eaLnBrk="1" fontAlgn="auto" latinLnBrk="0" hangingPunct="1">
              <a:lnSpc>
                <a:spcPts val="2400"/>
              </a:lnSpc>
              <a:spcBef>
                <a:spcPts val="0"/>
              </a:spcBef>
              <a:spcAft>
                <a:spcPts val="0"/>
              </a:spcAft>
              <a:buClrTx/>
              <a:buSzTx/>
              <a:buFont typeface="Arial" panose="020B0604020202020204" pitchFamily="34" charset="0"/>
              <a:buNone/>
              <a:tabLst/>
              <a:defRPr sz="2000">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pPr marL="0" marR="0" lvl="0" indent="0" algn="l" defTabSz="914377" rtl="0" eaLnBrk="1" fontAlgn="auto" latinLnBrk="0" hangingPunct="1">
              <a:lnSpc>
                <a:spcPts val="2000"/>
              </a:lnSpc>
              <a:spcBef>
                <a:spcPts val="0"/>
              </a:spcBef>
              <a:spcAft>
                <a:spcPts val="0"/>
              </a:spcAft>
              <a:buClrTx/>
              <a:buSzTx/>
              <a:buFont typeface="Arial" panose="020B0604020202020204" pitchFamily="34" charset="0"/>
              <a:buNone/>
              <a:tabLst/>
              <a:defRPr/>
            </a:pPr>
            <a:r>
              <a:rPr lang="de-DE" dirty="0"/>
              <a:t>Inhalt Nr. 3: Arial 20/24pt.</a:t>
            </a:r>
          </a:p>
          <a:p>
            <a:pPr lvl="0"/>
            <a:endParaRPr lang="de-DE" dirty="0"/>
          </a:p>
          <a:p>
            <a:pPr lvl="0"/>
            <a:r>
              <a:rPr lang="de-DE" dirty="0"/>
              <a:t>Inhalt Nr. 4</a:t>
            </a:r>
          </a:p>
          <a:p>
            <a:pPr lvl="0"/>
            <a:endParaRPr lang="de-DE" dirty="0"/>
          </a:p>
        </p:txBody>
      </p:sp>
      <p:sp>
        <p:nvSpPr>
          <p:cNvPr id="9" name="Textplatzhalter 21">
            <a:extLst>
              <a:ext uri="{FF2B5EF4-FFF2-40B4-BE49-F238E27FC236}">
                <a16:creationId xmlns:a16="http://schemas.microsoft.com/office/drawing/2014/main" id="{16AC8D8E-CDF7-E043-997B-4F40A5E71F94}"/>
              </a:ext>
            </a:extLst>
          </p:cNvPr>
          <p:cNvSpPr>
            <a:spLocks noGrp="1"/>
          </p:cNvSpPr>
          <p:nvPr>
            <p:ph type="body" sz="quarter" idx="20" hasCustomPrompt="1"/>
          </p:nvPr>
        </p:nvSpPr>
        <p:spPr>
          <a:xfrm>
            <a:off x="540000" y="280800"/>
            <a:ext cx="7020000" cy="180000"/>
          </a:xfrm>
          <a:prstGeom prst="rect">
            <a:avLst/>
          </a:prstGeom>
        </p:spPr>
        <p:txBody>
          <a:bodyPr lIns="0" tIns="0" rIns="0" bIns="0">
            <a:noAutofit/>
          </a:bodyPr>
          <a:lstStyle>
            <a:lvl1pPr>
              <a:spcBef>
                <a:spcPts val="0"/>
              </a:spcBef>
              <a:defRPr sz="1200">
                <a:solidFill>
                  <a:schemeClr val="tx1"/>
                </a:solidFill>
                <a:latin typeface="Arial" panose="020B0604020202020204" pitchFamily="34" charset="0"/>
                <a:cs typeface="Arial" panose="020B0604020202020204" pitchFamily="34" charset="0"/>
              </a:defRPr>
            </a:lvl1pPr>
          </a:lstStyle>
          <a:p>
            <a:pPr lvl="0"/>
            <a:r>
              <a:rPr lang="de-DE" dirty="0"/>
              <a:t>Thema der Präsentation (</a:t>
            </a:r>
            <a:r>
              <a:rPr lang="de-DE" dirty="0" err="1"/>
              <a:t>gemäss</a:t>
            </a:r>
            <a:r>
              <a:rPr lang="de-DE" dirty="0"/>
              <a:t> Titelfolie: Arial 12pt., schwarz, max. 1 Zeile)</a:t>
            </a:r>
          </a:p>
        </p:txBody>
      </p:sp>
      <p:sp>
        <p:nvSpPr>
          <p:cNvPr id="10" name="Titelplatzhalter 14">
            <a:extLst>
              <a:ext uri="{FF2B5EF4-FFF2-40B4-BE49-F238E27FC236}">
                <a16:creationId xmlns:a16="http://schemas.microsoft.com/office/drawing/2014/main" id="{F49DC73E-0ADC-CB4B-B483-695B44661B05}"/>
              </a:ext>
            </a:extLst>
          </p:cNvPr>
          <p:cNvSpPr>
            <a:spLocks noGrp="1"/>
          </p:cNvSpPr>
          <p:nvPr>
            <p:ph type="title" hasCustomPrompt="1"/>
          </p:nvPr>
        </p:nvSpPr>
        <p:spPr>
          <a:xfrm>
            <a:off x="540000" y="680400"/>
            <a:ext cx="7020000" cy="410369"/>
          </a:xfrm>
          <a:prstGeom prst="rect">
            <a:avLst/>
          </a:prstGeom>
        </p:spPr>
        <p:txBody>
          <a:bodyPr vert="horz" lIns="0" tIns="0" rIns="0" bIns="0" rtlCol="0" anchor="t">
            <a:spAutoFit/>
          </a:bodyPr>
          <a:lstStyle>
            <a:lvl1pPr>
              <a:defRPr/>
            </a:lvl1pPr>
          </a:lstStyle>
          <a:p>
            <a:r>
              <a:rPr lang="de-DE" dirty="0"/>
              <a:t>Titel A (Arial 28pt., rot, max. 1 Zeile) </a:t>
            </a:r>
          </a:p>
        </p:txBody>
      </p:sp>
      <p:sp>
        <p:nvSpPr>
          <p:cNvPr id="7" name="Foliennummernplatzhalter 7">
            <a:extLst>
              <a:ext uri="{FF2B5EF4-FFF2-40B4-BE49-F238E27FC236}">
                <a16:creationId xmlns:a16="http://schemas.microsoft.com/office/drawing/2014/main" id="{291F5CB2-B1A0-3141-810A-EA3DABABC379}"/>
              </a:ext>
            </a:extLst>
          </p:cNvPr>
          <p:cNvSpPr>
            <a:spLocks noGrp="1"/>
          </p:cNvSpPr>
          <p:nvPr>
            <p:ph type="sldNum" sz="quarter" idx="21"/>
          </p:nvPr>
        </p:nvSpPr>
        <p:spPr>
          <a:xfrm>
            <a:off x="8610600" y="6356350"/>
            <a:ext cx="2743200" cy="365125"/>
          </a:xfrm>
        </p:spPr>
        <p:txBody>
          <a:bodyPr/>
          <a:lstStyle/>
          <a:p>
            <a:fld id="{16AB2C14-F465-F643-BD65-D6125390A9E0}" type="slidenum">
              <a:rPr lang="de-DE" smtClean="0"/>
              <a:t>‹#›</a:t>
            </a:fld>
            <a:endParaRPr lang="de-DE"/>
          </a:p>
        </p:txBody>
      </p:sp>
    </p:spTree>
    <p:extLst>
      <p:ext uri="{BB962C8B-B14F-4D97-AF65-F5344CB8AC3E}">
        <p14:creationId xmlns:p14="http://schemas.microsoft.com/office/powerpoint/2010/main" val="211686635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a: Text-Folie 2 Spalten">
    <p:spTree>
      <p:nvGrpSpPr>
        <p:cNvPr id="1" name=""/>
        <p:cNvGrpSpPr/>
        <p:nvPr/>
      </p:nvGrpSpPr>
      <p:grpSpPr>
        <a:xfrm>
          <a:off x="0" y="0"/>
          <a:ext cx="0" cy="0"/>
          <a:chOff x="0" y="0"/>
          <a:chExt cx="0" cy="0"/>
        </a:xfrm>
      </p:grpSpPr>
      <p:sp>
        <p:nvSpPr>
          <p:cNvPr id="4" name="Textplatzhalter 2">
            <a:extLst>
              <a:ext uri="{FF2B5EF4-FFF2-40B4-BE49-F238E27FC236}">
                <a16:creationId xmlns:a16="http://schemas.microsoft.com/office/drawing/2014/main" id="{E8DF8EC7-1228-E54F-AEA8-B9FA57ED0474}"/>
              </a:ext>
            </a:extLst>
          </p:cNvPr>
          <p:cNvSpPr>
            <a:spLocks noGrp="1"/>
          </p:cNvSpPr>
          <p:nvPr>
            <p:ph type="body" idx="11" hasCustomPrompt="1"/>
          </p:nvPr>
        </p:nvSpPr>
        <p:spPr>
          <a:xfrm>
            <a:off x="540000" y="1170000"/>
            <a:ext cx="7020000" cy="410369"/>
          </a:xfrm>
          <a:prstGeom prst="rect">
            <a:avLst/>
          </a:prstGeom>
        </p:spPr>
        <p:txBody>
          <a:bodyPr lIns="0" tIns="0" rIns="0" bIns="0" anchor="t">
            <a:noAutofit/>
          </a:bodyPr>
          <a:lstStyle>
            <a:lvl1pPr marL="0" marR="0" indent="0" algn="l" defTabSz="914377" rtl="0" eaLnBrk="1" fontAlgn="auto" latinLnBrk="0" hangingPunct="1">
              <a:lnSpc>
                <a:spcPts val="3200"/>
              </a:lnSpc>
              <a:spcBef>
                <a:spcPts val="0"/>
              </a:spcBef>
              <a:spcAft>
                <a:spcPts val="0"/>
              </a:spcAft>
              <a:buClrTx/>
              <a:buSzTx/>
              <a:buFont typeface="Arial" panose="020B0604020202020204" pitchFamily="34" charset="0"/>
              <a:buNone/>
              <a:tabLst/>
              <a:defRPr sz="280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Titel B (Arial 28pt., schwarz, max. 1 Zeile) </a:t>
            </a:r>
          </a:p>
        </p:txBody>
      </p:sp>
      <p:sp>
        <p:nvSpPr>
          <p:cNvPr id="17" name="Textplatzhalter 16">
            <a:extLst>
              <a:ext uri="{FF2B5EF4-FFF2-40B4-BE49-F238E27FC236}">
                <a16:creationId xmlns:a16="http://schemas.microsoft.com/office/drawing/2014/main" id="{723164D8-30C4-CA40-B858-A93802E24BA8}"/>
              </a:ext>
            </a:extLst>
          </p:cNvPr>
          <p:cNvSpPr>
            <a:spLocks noGrp="1"/>
          </p:cNvSpPr>
          <p:nvPr>
            <p:ph type="body" sz="quarter" idx="16" hasCustomPrompt="1"/>
          </p:nvPr>
        </p:nvSpPr>
        <p:spPr>
          <a:xfrm>
            <a:off x="540000" y="2160000"/>
            <a:ext cx="3726000" cy="180000"/>
          </a:xfrm>
          <a:prstGeom prst="rect">
            <a:avLst/>
          </a:prstGeom>
        </p:spPr>
        <p:txBody>
          <a:bodyPr lIns="0" tIns="0" rIns="0" bIns="0"/>
          <a:lstStyle>
            <a:lvl1pPr>
              <a:lnSpc>
                <a:spcPts val="1800"/>
              </a:lnSpc>
              <a:spcBef>
                <a:spcPts val="0"/>
              </a:spcBef>
              <a:defRPr sz="1600" b="1">
                <a:latin typeface="Arial" panose="020B0604020202020204" pitchFamily="34" charset="0"/>
                <a:cs typeface="Arial" panose="020B0604020202020204" pitchFamily="34" charset="0"/>
              </a:defRPr>
            </a:lvl1pPr>
          </a:lstStyle>
          <a:p>
            <a:pPr lvl="0"/>
            <a:r>
              <a:rPr lang="de-DE" dirty="0"/>
              <a:t>Aussage 1: Arial Fett 16pt.</a:t>
            </a:r>
          </a:p>
        </p:txBody>
      </p:sp>
      <p:sp>
        <p:nvSpPr>
          <p:cNvPr id="18" name="Textplatzhalter 16">
            <a:extLst>
              <a:ext uri="{FF2B5EF4-FFF2-40B4-BE49-F238E27FC236}">
                <a16:creationId xmlns:a16="http://schemas.microsoft.com/office/drawing/2014/main" id="{B040411C-234A-814D-906D-923A34543F9B}"/>
              </a:ext>
            </a:extLst>
          </p:cNvPr>
          <p:cNvSpPr>
            <a:spLocks noGrp="1"/>
          </p:cNvSpPr>
          <p:nvPr>
            <p:ph type="body" sz="quarter" idx="17" hasCustomPrompt="1"/>
          </p:nvPr>
        </p:nvSpPr>
        <p:spPr>
          <a:xfrm>
            <a:off x="540000" y="2430000"/>
            <a:ext cx="3726000" cy="2340000"/>
          </a:xfrm>
          <a:prstGeom prst="rect">
            <a:avLst/>
          </a:prstGeom>
        </p:spPr>
        <p:txBody>
          <a:bodyPr lIns="0" tIns="0" rIns="0" bIns="0"/>
          <a:lstStyle>
            <a:lvl1pPr>
              <a:lnSpc>
                <a:spcPts val="2000"/>
              </a:lnSpc>
              <a:spcBef>
                <a:spcPts val="0"/>
              </a:spcBef>
              <a:defRPr sz="1600" b="0">
                <a:latin typeface="Arial" panose="020B0604020202020204" pitchFamily="34" charset="0"/>
                <a:cs typeface="Arial" panose="020B0604020202020204" pitchFamily="34" charset="0"/>
              </a:defRPr>
            </a:lvl1pPr>
          </a:lstStyle>
          <a:p>
            <a:pPr lvl="0"/>
            <a:r>
              <a:rPr lang="de-DE" dirty="0" err="1"/>
              <a:t>Fliesstext</a:t>
            </a:r>
            <a:r>
              <a:rPr lang="de-DE" dirty="0"/>
              <a:t> 1: Arial 16/20pt.</a:t>
            </a:r>
          </a:p>
        </p:txBody>
      </p:sp>
      <p:sp>
        <p:nvSpPr>
          <p:cNvPr id="19" name="Textplatzhalter 16">
            <a:extLst>
              <a:ext uri="{FF2B5EF4-FFF2-40B4-BE49-F238E27FC236}">
                <a16:creationId xmlns:a16="http://schemas.microsoft.com/office/drawing/2014/main" id="{BA9C34C3-74C1-1046-BC15-F9C16906BAF5}"/>
              </a:ext>
            </a:extLst>
          </p:cNvPr>
          <p:cNvSpPr>
            <a:spLocks noGrp="1"/>
          </p:cNvSpPr>
          <p:nvPr>
            <p:ph type="body" sz="quarter" idx="18" hasCustomPrompt="1"/>
          </p:nvPr>
        </p:nvSpPr>
        <p:spPr>
          <a:xfrm>
            <a:off x="4878000" y="2160000"/>
            <a:ext cx="3726000" cy="180000"/>
          </a:xfrm>
          <a:prstGeom prst="rect">
            <a:avLst/>
          </a:prstGeom>
        </p:spPr>
        <p:txBody>
          <a:bodyPr lIns="0" tIns="0" rIns="0" bIns="0"/>
          <a:lstStyle>
            <a:lvl1pPr>
              <a:lnSpc>
                <a:spcPts val="1800"/>
              </a:lnSpc>
              <a:spcBef>
                <a:spcPts val="0"/>
              </a:spcBef>
              <a:defRPr sz="1600" b="1">
                <a:latin typeface="Arial" panose="020B0604020202020204" pitchFamily="34" charset="0"/>
                <a:cs typeface="Arial" panose="020B0604020202020204" pitchFamily="34" charset="0"/>
              </a:defRPr>
            </a:lvl1pPr>
          </a:lstStyle>
          <a:p>
            <a:pPr lvl="0"/>
            <a:r>
              <a:rPr lang="de-DE" dirty="0"/>
              <a:t>Aussage 2: Arial Fett 16pt.</a:t>
            </a:r>
          </a:p>
        </p:txBody>
      </p:sp>
      <p:sp>
        <p:nvSpPr>
          <p:cNvPr id="20" name="Textplatzhalter 16">
            <a:extLst>
              <a:ext uri="{FF2B5EF4-FFF2-40B4-BE49-F238E27FC236}">
                <a16:creationId xmlns:a16="http://schemas.microsoft.com/office/drawing/2014/main" id="{4D60A118-8FB6-A640-B56D-40FCAF7BFBFD}"/>
              </a:ext>
            </a:extLst>
          </p:cNvPr>
          <p:cNvSpPr>
            <a:spLocks noGrp="1"/>
          </p:cNvSpPr>
          <p:nvPr>
            <p:ph type="body" sz="quarter" idx="19" hasCustomPrompt="1"/>
          </p:nvPr>
        </p:nvSpPr>
        <p:spPr>
          <a:xfrm>
            <a:off x="4878000" y="2430000"/>
            <a:ext cx="3726000" cy="2340000"/>
          </a:xfrm>
          <a:prstGeom prst="rect">
            <a:avLst/>
          </a:prstGeom>
        </p:spPr>
        <p:txBody>
          <a:bodyPr lIns="0" tIns="0" rIns="0" bIns="0"/>
          <a:lstStyle>
            <a:lvl1pPr>
              <a:lnSpc>
                <a:spcPts val="2000"/>
              </a:lnSpc>
              <a:spcBef>
                <a:spcPts val="0"/>
              </a:spcBef>
              <a:defRPr sz="1600" b="0">
                <a:latin typeface="Arial" panose="020B0604020202020204" pitchFamily="34" charset="0"/>
                <a:cs typeface="Arial" panose="020B0604020202020204" pitchFamily="34" charset="0"/>
              </a:defRPr>
            </a:lvl1pPr>
          </a:lstStyle>
          <a:p>
            <a:pPr lvl="0"/>
            <a:r>
              <a:rPr lang="de-DE" dirty="0" err="1"/>
              <a:t>Fliesstext</a:t>
            </a:r>
            <a:r>
              <a:rPr lang="de-DE" dirty="0"/>
              <a:t> 2: Arial 16/20pt.</a:t>
            </a:r>
          </a:p>
        </p:txBody>
      </p:sp>
      <p:sp>
        <p:nvSpPr>
          <p:cNvPr id="22" name="Textplatzhalter 21">
            <a:extLst>
              <a:ext uri="{FF2B5EF4-FFF2-40B4-BE49-F238E27FC236}">
                <a16:creationId xmlns:a16="http://schemas.microsoft.com/office/drawing/2014/main" id="{3AE95407-6558-2D43-AAF2-1E121E6601AF}"/>
              </a:ext>
            </a:extLst>
          </p:cNvPr>
          <p:cNvSpPr>
            <a:spLocks noGrp="1"/>
          </p:cNvSpPr>
          <p:nvPr>
            <p:ph type="body" sz="quarter" idx="20" hasCustomPrompt="1"/>
          </p:nvPr>
        </p:nvSpPr>
        <p:spPr>
          <a:xfrm>
            <a:off x="540000" y="280800"/>
            <a:ext cx="7020000" cy="180000"/>
          </a:xfrm>
          <a:prstGeom prst="rect">
            <a:avLst/>
          </a:prstGeom>
        </p:spPr>
        <p:txBody>
          <a:bodyPr lIns="0" tIns="0" rIns="0" bIns="0">
            <a:noAutofit/>
          </a:bodyPr>
          <a:lstStyle>
            <a:lvl1pPr>
              <a:spcBef>
                <a:spcPts val="0"/>
              </a:spcBef>
              <a:defRPr sz="1200">
                <a:latin typeface="Arial" panose="020B0604020202020204" pitchFamily="34" charset="0"/>
                <a:cs typeface="Arial" panose="020B0604020202020204" pitchFamily="34" charset="0"/>
              </a:defRPr>
            </a:lvl1pPr>
          </a:lstStyle>
          <a:p>
            <a:pPr lvl="0"/>
            <a:r>
              <a:rPr lang="de-DE" dirty="0"/>
              <a:t>Inhalt aus Inhaltverzeichnis (Arial 12pt., schwarz, max. 1 Zeile)</a:t>
            </a:r>
          </a:p>
        </p:txBody>
      </p:sp>
      <p:sp>
        <p:nvSpPr>
          <p:cNvPr id="9" name="Titelplatzhalter 14">
            <a:extLst>
              <a:ext uri="{FF2B5EF4-FFF2-40B4-BE49-F238E27FC236}">
                <a16:creationId xmlns:a16="http://schemas.microsoft.com/office/drawing/2014/main" id="{C22A8075-803F-A14F-902F-5526F2DDD3F9}"/>
              </a:ext>
            </a:extLst>
          </p:cNvPr>
          <p:cNvSpPr>
            <a:spLocks noGrp="1"/>
          </p:cNvSpPr>
          <p:nvPr>
            <p:ph type="title" hasCustomPrompt="1"/>
          </p:nvPr>
        </p:nvSpPr>
        <p:spPr>
          <a:xfrm>
            <a:off x="540000" y="680400"/>
            <a:ext cx="7020000" cy="410369"/>
          </a:xfrm>
          <a:prstGeom prst="rect">
            <a:avLst/>
          </a:prstGeom>
        </p:spPr>
        <p:txBody>
          <a:bodyPr vert="horz" lIns="0" tIns="0" rIns="0" bIns="0" rtlCol="0" anchor="t">
            <a:spAutoFit/>
          </a:bodyPr>
          <a:lstStyle>
            <a:lvl1pPr>
              <a:defRPr/>
            </a:lvl1pPr>
          </a:lstStyle>
          <a:p>
            <a:r>
              <a:rPr lang="de-DE" dirty="0"/>
              <a:t>Titel A (Arial 28pt., rot, max. 1 Zeile) </a:t>
            </a:r>
          </a:p>
        </p:txBody>
      </p:sp>
    </p:spTree>
    <p:extLst>
      <p:ext uri="{BB962C8B-B14F-4D97-AF65-F5344CB8AC3E}">
        <p14:creationId xmlns:p14="http://schemas.microsoft.com/office/powerpoint/2010/main" val="110926675"/>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5b: Text-Folie 2 Spalten">
    <p:spTree>
      <p:nvGrpSpPr>
        <p:cNvPr id="1" name=""/>
        <p:cNvGrpSpPr/>
        <p:nvPr/>
      </p:nvGrpSpPr>
      <p:grpSpPr>
        <a:xfrm>
          <a:off x="0" y="0"/>
          <a:ext cx="0" cy="0"/>
          <a:chOff x="0" y="0"/>
          <a:chExt cx="0" cy="0"/>
        </a:xfrm>
      </p:grpSpPr>
      <p:sp>
        <p:nvSpPr>
          <p:cNvPr id="4" name="Textplatzhalter 2">
            <a:extLst>
              <a:ext uri="{FF2B5EF4-FFF2-40B4-BE49-F238E27FC236}">
                <a16:creationId xmlns:a16="http://schemas.microsoft.com/office/drawing/2014/main" id="{E8DF8EC7-1228-E54F-AEA8-B9FA57ED0474}"/>
              </a:ext>
            </a:extLst>
          </p:cNvPr>
          <p:cNvSpPr>
            <a:spLocks noGrp="1"/>
          </p:cNvSpPr>
          <p:nvPr>
            <p:ph type="body" idx="11" hasCustomPrompt="1"/>
          </p:nvPr>
        </p:nvSpPr>
        <p:spPr>
          <a:xfrm>
            <a:off x="540000" y="1170000"/>
            <a:ext cx="7020000" cy="410369"/>
          </a:xfrm>
          <a:prstGeom prst="rect">
            <a:avLst/>
          </a:prstGeom>
        </p:spPr>
        <p:txBody>
          <a:bodyPr lIns="0" tIns="0" rIns="0" bIns="0" anchor="t">
            <a:noAutofit/>
          </a:bodyPr>
          <a:lstStyle>
            <a:lvl1pPr marL="0" marR="0" indent="0" algn="l" defTabSz="914377" rtl="0" eaLnBrk="1" fontAlgn="auto" latinLnBrk="0" hangingPunct="1">
              <a:lnSpc>
                <a:spcPts val="3200"/>
              </a:lnSpc>
              <a:spcBef>
                <a:spcPts val="0"/>
              </a:spcBef>
              <a:spcAft>
                <a:spcPts val="0"/>
              </a:spcAft>
              <a:buClrTx/>
              <a:buSzTx/>
              <a:buFont typeface="Arial" panose="020B0604020202020204" pitchFamily="34" charset="0"/>
              <a:buNone/>
              <a:tabLst/>
              <a:defRPr sz="280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Titel B (Arial 28pt., schwarz, max. 1 Zeile) </a:t>
            </a:r>
          </a:p>
        </p:txBody>
      </p:sp>
      <p:sp>
        <p:nvSpPr>
          <p:cNvPr id="22" name="Textplatzhalter 21">
            <a:extLst>
              <a:ext uri="{FF2B5EF4-FFF2-40B4-BE49-F238E27FC236}">
                <a16:creationId xmlns:a16="http://schemas.microsoft.com/office/drawing/2014/main" id="{3AE95407-6558-2D43-AAF2-1E121E6601AF}"/>
              </a:ext>
            </a:extLst>
          </p:cNvPr>
          <p:cNvSpPr>
            <a:spLocks noGrp="1"/>
          </p:cNvSpPr>
          <p:nvPr>
            <p:ph type="body" sz="quarter" idx="20" hasCustomPrompt="1"/>
          </p:nvPr>
        </p:nvSpPr>
        <p:spPr>
          <a:xfrm>
            <a:off x="540000" y="280800"/>
            <a:ext cx="7020000" cy="180000"/>
          </a:xfrm>
          <a:prstGeom prst="rect">
            <a:avLst/>
          </a:prstGeom>
        </p:spPr>
        <p:txBody>
          <a:bodyPr lIns="0" tIns="0" rIns="0" bIns="0">
            <a:noAutofit/>
          </a:bodyPr>
          <a:lstStyle>
            <a:lvl1pPr>
              <a:spcBef>
                <a:spcPts val="0"/>
              </a:spcBef>
              <a:defRPr sz="1200">
                <a:latin typeface="Arial" panose="020B0604020202020204" pitchFamily="34" charset="0"/>
                <a:cs typeface="Arial" panose="020B0604020202020204" pitchFamily="34" charset="0"/>
              </a:defRPr>
            </a:lvl1pPr>
          </a:lstStyle>
          <a:p>
            <a:pPr lvl="0"/>
            <a:r>
              <a:rPr lang="de-DE" dirty="0"/>
              <a:t>Inhalt aus Inhaltverzeichnis (Arial 12pt., schwarz, max. 1 Zeile)</a:t>
            </a:r>
          </a:p>
        </p:txBody>
      </p:sp>
      <p:sp>
        <p:nvSpPr>
          <p:cNvPr id="9" name="Titelplatzhalter 14">
            <a:extLst>
              <a:ext uri="{FF2B5EF4-FFF2-40B4-BE49-F238E27FC236}">
                <a16:creationId xmlns:a16="http://schemas.microsoft.com/office/drawing/2014/main" id="{C22A8075-803F-A14F-902F-5526F2DDD3F9}"/>
              </a:ext>
            </a:extLst>
          </p:cNvPr>
          <p:cNvSpPr>
            <a:spLocks noGrp="1"/>
          </p:cNvSpPr>
          <p:nvPr>
            <p:ph type="title" hasCustomPrompt="1"/>
          </p:nvPr>
        </p:nvSpPr>
        <p:spPr>
          <a:xfrm>
            <a:off x="540000" y="680400"/>
            <a:ext cx="7020000" cy="410369"/>
          </a:xfrm>
          <a:prstGeom prst="rect">
            <a:avLst/>
          </a:prstGeom>
        </p:spPr>
        <p:txBody>
          <a:bodyPr vert="horz" lIns="0" tIns="0" rIns="0" bIns="0" rtlCol="0" anchor="t">
            <a:spAutoFit/>
          </a:bodyPr>
          <a:lstStyle>
            <a:lvl1pPr>
              <a:defRPr/>
            </a:lvl1pPr>
          </a:lstStyle>
          <a:p>
            <a:r>
              <a:rPr lang="de-DE" dirty="0"/>
              <a:t>Titel A (Arial 28pt., rot, max. 1 Zeile) </a:t>
            </a:r>
          </a:p>
        </p:txBody>
      </p:sp>
      <p:sp>
        <p:nvSpPr>
          <p:cNvPr id="10" name="Inhaltsplatzhalter 2">
            <a:extLst>
              <a:ext uri="{FF2B5EF4-FFF2-40B4-BE49-F238E27FC236}">
                <a16:creationId xmlns:a16="http://schemas.microsoft.com/office/drawing/2014/main" id="{770AC922-6444-A942-98D8-039519360B14}"/>
              </a:ext>
            </a:extLst>
          </p:cNvPr>
          <p:cNvSpPr>
            <a:spLocks noGrp="1"/>
          </p:cNvSpPr>
          <p:nvPr>
            <p:ph sz="half" idx="1" hasCustomPrompt="1"/>
          </p:nvPr>
        </p:nvSpPr>
        <p:spPr>
          <a:xfrm>
            <a:off x="540000" y="2167200"/>
            <a:ext cx="3727200" cy="2590800"/>
          </a:xfrm>
          <a:prstGeom prst="rect">
            <a:avLst/>
          </a:prstGeom>
        </p:spPr>
        <p:txBody>
          <a:bodyPr lIns="0" tIns="0" rIns="0" bIns="0"/>
          <a:lstStyle>
            <a:lvl1pPr marL="268288" indent="-261938">
              <a:buFont typeface="Symbol" pitchFamily="2" charset="2"/>
              <a:buChar char="-"/>
              <a:tabLst/>
              <a:defRPr sz="2000">
                <a:latin typeface="Arial" panose="020B0604020202020204" pitchFamily="34" charset="0"/>
                <a:cs typeface="Arial" panose="020B0604020202020204" pitchFamily="34" charset="0"/>
              </a:defRPr>
            </a:lvl1pPr>
            <a:lvl2pPr marL="268288" indent="-261938">
              <a:buFont typeface="Symbol" pitchFamily="2" charset="2"/>
              <a:buChar char="-"/>
              <a:tabLst/>
              <a:defRPr sz="2400">
                <a:latin typeface="Arial" panose="020B0604020202020204" pitchFamily="34" charset="0"/>
                <a:cs typeface="Arial" panose="020B0604020202020204" pitchFamily="34" charset="0"/>
              </a:defRPr>
            </a:lvl2pPr>
            <a:lvl3pPr marL="666750" indent="-222250">
              <a:buFont typeface="Symbol" pitchFamily="2" charset="2"/>
              <a:buChar char="-"/>
              <a:tabLst/>
              <a:defRPr sz="1800">
                <a:latin typeface="Arial" panose="020B0604020202020204" pitchFamily="34" charset="0"/>
                <a:cs typeface="Arial" panose="020B0604020202020204" pitchFamily="34" charset="0"/>
              </a:defRPr>
            </a:lvl3pPr>
            <a:lvl4pPr marL="1069975" indent="-180975">
              <a:buFont typeface="Symbol" pitchFamily="2" charset="2"/>
              <a:buChar char="-"/>
              <a:tabLst/>
              <a:defRPr sz="1600">
                <a:latin typeface="Arial" panose="020B0604020202020204" pitchFamily="34" charset="0"/>
                <a:cs typeface="Arial" panose="020B0604020202020204" pitchFamily="34" charset="0"/>
              </a:defRPr>
            </a:lvl4pPr>
            <a:lvl5pPr marL="1828800" indent="0">
              <a:buNone/>
              <a:defRPr sz="1800"/>
            </a:lvl5pPr>
            <a:lvl6pPr>
              <a:defRPr sz="1800"/>
            </a:lvl6pPr>
            <a:lvl7pPr>
              <a:defRPr sz="1800"/>
            </a:lvl7pPr>
            <a:lvl8pPr>
              <a:defRPr sz="1800"/>
            </a:lvl8pPr>
            <a:lvl9pPr>
              <a:defRPr sz="1800"/>
            </a:lvl9pPr>
          </a:lstStyle>
          <a:p>
            <a:pPr lvl="0"/>
            <a:r>
              <a:rPr lang="de-DE" dirty="0"/>
              <a:t>1. Ebene 20pt.</a:t>
            </a:r>
          </a:p>
          <a:p>
            <a:pPr lvl="2"/>
            <a:r>
              <a:rPr lang="de-DE" dirty="0"/>
              <a:t>2. Ebene 18pt.</a:t>
            </a:r>
          </a:p>
          <a:p>
            <a:pPr lvl="2"/>
            <a:r>
              <a:rPr lang="de-DE" dirty="0"/>
              <a:t>2. Ebene</a:t>
            </a:r>
          </a:p>
          <a:p>
            <a:pPr lvl="3"/>
            <a:r>
              <a:rPr lang="de-DE" dirty="0"/>
              <a:t>3. Ebene 16pt.</a:t>
            </a:r>
          </a:p>
          <a:p>
            <a:pPr lvl="3"/>
            <a:r>
              <a:rPr lang="de-DE" dirty="0"/>
              <a:t>3. Ebene</a:t>
            </a:r>
          </a:p>
          <a:p>
            <a:pPr lvl="3"/>
            <a:r>
              <a:rPr lang="de-DE" dirty="0"/>
              <a:t>3. Ebene</a:t>
            </a:r>
            <a:endParaRPr lang="de-CH" dirty="0"/>
          </a:p>
          <a:p>
            <a:pPr lvl="3"/>
            <a:endParaRPr lang="de-CH" dirty="0"/>
          </a:p>
        </p:txBody>
      </p:sp>
      <p:sp>
        <p:nvSpPr>
          <p:cNvPr id="7" name="Inhaltsplatzhalter 2">
            <a:extLst>
              <a:ext uri="{FF2B5EF4-FFF2-40B4-BE49-F238E27FC236}">
                <a16:creationId xmlns:a16="http://schemas.microsoft.com/office/drawing/2014/main" id="{F2B75F21-AF2E-9341-B9E7-91E3CDFAE52D}"/>
              </a:ext>
            </a:extLst>
          </p:cNvPr>
          <p:cNvSpPr>
            <a:spLocks noGrp="1"/>
          </p:cNvSpPr>
          <p:nvPr>
            <p:ph sz="half" idx="21" hasCustomPrompt="1"/>
          </p:nvPr>
        </p:nvSpPr>
        <p:spPr>
          <a:xfrm>
            <a:off x="4876800" y="2167200"/>
            <a:ext cx="3727200" cy="2590800"/>
          </a:xfrm>
          <a:prstGeom prst="rect">
            <a:avLst/>
          </a:prstGeom>
        </p:spPr>
        <p:txBody>
          <a:bodyPr lIns="0" tIns="0" rIns="0" bIns="0"/>
          <a:lstStyle>
            <a:lvl1pPr marL="268288" indent="-261938">
              <a:buFont typeface="Symbol" pitchFamily="2" charset="2"/>
              <a:buChar char="-"/>
              <a:tabLst/>
              <a:defRPr sz="2000">
                <a:latin typeface="Arial" panose="020B0604020202020204" pitchFamily="34" charset="0"/>
                <a:cs typeface="Arial" panose="020B0604020202020204" pitchFamily="34" charset="0"/>
              </a:defRPr>
            </a:lvl1pPr>
            <a:lvl2pPr marL="268288" indent="-261938">
              <a:buFont typeface="Symbol" pitchFamily="2" charset="2"/>
              <a:buChar char="-"/>
              <a:tabLst/>
              <a:defRPr sz="2400">
                <a:latin typeface="Arial" panose="020B0604020202020204" pitchFamily="34" charset="0"/>
                <a:cs typeface="Arial" panose="020B0604020202020204" pitchFamily="34" charset="0"/>
              </a:defRPr>
            </a:lvl2pPr>
            <a:lvl3pPr marL="666750" indent="-222250">
              <a:buFont typeface="Symbol" pitchFamily="2" charset="2"/>
              <a:buChar char="-"/>
              <a:tabLst/>
              <a:defRPr sz="1800">
                <a:latin typeface="Arial" panose="020B0604020202020204" pitchFamily="34" charset="0"/>
                <a:cs typeface="Arial" panose="020B0604020202020204" pitchFamily="34" charset="0"/>
              </a:defRPr>
            </a:lvl3pPr>
            <a:lvl4pPr marL="1069975" indent="-176213">
              <a:buFont typeface="Symbol" pitchFamily="2" charset="2"/>
              <a:buChar char="-"/>
              <a:tabLst/>
              <a:defRPr sz="1600">
                <a:latin typeface="Arial" panose="020B0604020202020204" pitchFamily="34" charset="0"/>
                <a:cs typeface="Arial" panose="020B0604020202020204" pitchFamily="34" charset="0"/>
              </a:defRPr>
            </a:lvl4pPr>
            <a:lvl5pPr marL="1828800" indent="0">
              <a:buNone/>
              <a:defRPr sz="1800"/>
            </a:lvl5pPr>
            <a:lvl6pPr>
              <a:defRPr sz="1800"/>
            </a:lvl6pPr>
            <a:lvl7pPr>
              <a:defRPr sz="1800"/>
            </a:lvl7pPr>
            <a:lvl8pPr>
              <a:defRPr sz="1800"/>
            </a:lvl8pPr>
            <a:lvl9pPr>
              <a:defRPr sz="1800"/>
            </a:lvl9pPr>
          </a:lstStyle>
          <a:p>
            <a:pPr lvl="0"/>
            <a:r>
              <a:rPr lang="de-DE" dirty="0"/>
              <a:t>1. Ebene 20pt.</a:t>
            </a:r>
          </a:p>
          <a:p>
            <a:pPr lvl="2"/>
            <a:r>
              <a:rPr lang="de-DE" dirty="0"/>
              <a:t>2. Ebene 18pt.</a:t>
            </a:r>
          </a:p>
          <a:p>
            <a:pPr lvl="2"/>
            <a:r>
              <a:rPr lang="de-DE" dirty="0"/>
              <a:t>2. Ebene</a:t>
            </a:r>
          </a:p>
          <a:p>
            <a:pPr lvl="3"/>
            <a:r>
              <a:rPr lang="de-DE" dirty="0"/>
              <a:t>3. Ebene 16pt.</a:t>
            </a:r>
          </a:p>
          <a:p>
            <a:pPr lvl="3"/>
            <a:r>
              <a:rPr lang="de-DE" dirty="0"/>
              <a:t>3. Ebene</a:t>
            </a:r>
          </a:p>
          <a:p>
            <a:pPr lvl="3"/>
            <a:r>
              <a:rPr lang="de-DE" dirty="0"/>
              <a:t>3. Ebene</a:t>
            </a:r>
            <a:endParaRPr lang="de-CH" dirty="0"/>
          </a:p>
          <a:p>
            <a:pPr lvl="3"/>
            <a:endParaRPr lang="de-CH" dirty="0"/>
          </a:p>
        </p:txBody>
      </p:sp>
    </p:spTree>
    <p:extLst>
      <p:ext uri="{BB962C8B-B14F-4D97-AF65-F5344CB8AC3E}">
        <p14:creationId xmlns:p14="http://schemas.microsoft.com/office/powerpoint/2010/main" val="1564147237"/>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6: Text-Folie mit Bild">
    <p:spTree>
      <p:nvGrpSpPr>
        <p:cNvPr id="1" name=""/>
        <p:cNvGrpSpPr/>
        <p:nvPr/>
      </p:nvGrpSpPr>
      <p:grpSpPr>
        <a:xfrm>
          <a:off x="0" y="0"/>
          <a:ext cx="0" cy="0"/>
          <a:chOff x="0" y="0"/>
          <a:chExt cx="0" cy="0"/>
        </a:xfrm>
      </p:grpSpPr>
      <p:sp>
        <p:nvSpPr>
          <p:cNvPr id="13" name="Inhaltsplatzhalter 2">
            <a:extLst>
              <a:ext uri="{FF2B5EF4-FFF2-40B4-BE49-F238E27FC236}">
                <a16:creationId xmlns:a16="http://schemas.microsoft.com/office/drawing/2014/main" id="{66E1B1B3-D081-AB43-BE21-0F61E2F2D9D8}"/>
              </a:ext>
            </a:extLst>
          </p:cNvPr>
          <p:cNvSpPr>
            <a:spLocks noGrp="1"/>
          </p:cNvSpPr>
          <p:nvPr>
            <p:ph sz="half" idx="1" hasCustomPrompt="1"/>
          </p:nvPr>
        </p:nvSpPr>
        <p:spPr>
          <a:xfrm>
            <a:off x="4572000" y="1925998"/>
            <a:ext cx="4572000" cy="3060000"/>
          </a:xfrm>
          <a:prstGeom prst="rect">
            <a:avLst/>
          </a:prstGeom>
          <a:solidFill>
            <a:schemeClr val="bg1">
              <a:lumMod val="75000"/>
            </a:schemeClr>
          </a:solidFill>
        </p:spPr>
        <p:txBody>
          <a:bodyPr lIns="0" tIns="0" rIns="0" bIns="0"/>
          <a:lstStyle>
            <a:lvl1pPr marL="0" indent="0">
              <a:buNone/>
              <a:defRPr sz="2000">
                <a:latin typeface="Arial" panose="020B0604020202020204" pitchFamily="34" charset="0"/>
                <a:cs typeface="Arial" panose="020B0604020202020204" pitchFamily="34" charset="0"/>
              </a:defRPr>
            </a:lvl1pPr>
          </a:lstStyle>
          <a:p>
            <a:pPr lvl="0"/>
            <a:r>
              <a:rPr lang="de-DE" dirty="0"/>
              <a:t> Media Platzhalter: 12.7 (b) x 8.5 (h) cm </a:t>
            </a:r>
          </a:p>
        </p:txBody>
      </p:sp>
      <p:sp>
        <p:nvSpPr>
          <p:cNvPr id="4" name="Textplatzhalter 2">
            <a:extLst>
              <a:ext uri="{FF2B5EF4-FFF2-40B4-BE49-F238E27FC236}">
                <a16:creationId xmlns:a16="http://schemas.microsoft.com/office/drawing/2014/main" id="{E8DF8EC7-1228-E54F-AEA8-B9FA57ED0474}"/>
              </a:ext>
            </a:extLst>
          </p:cNvPr>
          <p:cNvSpPr>
            <a:spLocks noGrp="1"/>
          </p:cNvSpPr>
          <p:nvPr>
            <p:ph type="body" idx="11" hasCustomPrompt="1"/>
          </p:nvPr>
        </p:nvSpPr>
        <p:spPr>
          <a:xfrm>
            <a:off x="540000" y="1170000"/>
            <a:ext cx="7020000" cy="410369"/>
          </a:xfrm>
          <a:prstGeom prst="rect">
            <a:avLst/>
          </a:prstGeom>
        </p:spPr>
        <p:txBody>
          <a:bodyPr lIns="0" tIns="0" rIns="0" bIns="0" anchor="t">
            <a:spAutoFit/>
          </a:bodyPr>
          <a:lstStyle>
            <a:lvl1pPr marL="0" indent="0">
              <a:lnSpc>
                <a:spcPts val="3200"/>
              </a:lnSpc>
              <a:spcBef>
                <a:spcPts val="0"/>
              </a:spcBef>
              <a:buNone/>
              <a:defRPr sz="280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Titel B (Arial 28pt., schwarz, max. 1 Zeile) </a:t>
            </a:r>
          </a:p>
        </p:txBody>
      </p:sp>
      <p:sp>
        <p:nvSpPr>
          <p:cNvPr id="17" name="Textplatzhalter 16">
            <a:extLst>
              <a:ext uri="{FF2B5EF4-FFF2-40B4-BE49-F238E27FC236}">
                <a16:creationId xmlns:a16="http://schemas.microsoft.com/office/drawing/2014/main" id="{723164D8-30C4-CA40-B858-A93802E24BA8}"/>
              </a:ext>
            </a:extLst>
          </p:cNvPr>
          <p:cNvSpPr>
            <a:spLocks noGrp="1"/>
          </p:cNvSpPr>
          <p:nvPr>
            <p:ph type="body" sz="quarter" idx="16" hasCustomPrompt="1"/>
          </p:nvPr>
        </p:nvSpPr>
        <p:spPr>
          <a:xfrm>
            <a:off x="540000" y="2160000"/>
            <a:ext cx="3726000" cy="180000"/>
          </a:xfrm>
          <a:prstGeom prst="rect">
            <a:avLst/>
          </a:prstGeom>
        </p:spPr>
        <p:txBody>
          <a:bodyPr lIns="0" tIns="0" rIns="0" bIns="0"/>
          <a:lstStyle>
            <a:lvl1pPr>
              <a:lnSpc>
                <a:spcPts val="1800"/>
              </a:lnSpc>
              <a:spcBef>
                <a:spcPts val="0"/>
              </a:spcBef>
              <a:defRPr sz="1600" b="1">
                <a:latin typeface="Arial" panose="020B0604020202020204" pitchFamily="34" charset="0"/>
                <a:cs typeface="Arial" panose="020B0604020202020204" pitchFamily="34" charset="0"/>
              </a:defRPr>
            </a:lvl1pPr>
          </a:lstStyle>
          <a:p>
            <a:pPr lvl="0"/>
            <a:r>
              <a:rPr lang="de-DE" dirty="0"/>
              <a:t>Aussage 1: Arial Fett 16pt.</a:t>
            </a:r>
          </a:p>
        </p:txBody>
      </p:sp>
      <p:sp>
        <p:nvSpPr>
          <p:cNvPr id="18" name="Textplatzhalter 16">
            <a:extLst>
              <a:ext uri="{FF2B5EF4-FFF2-40B4-BE49-F238E27FC236}">
                <a16:creationId xmlns:a16="http://schemas.microsoft.com/office/drawing/2014/main" id="{B040411C-234A-814D-906D-923A34543F9B}"/>
              </a:ext>
            </a:extLst>
          </p:cNvPr>
          <p:cNvSpPr>
            <a:spLocks noGrp="1"/>
          </p:cNvSpPr>
          <p:nvPr>
            <p:ph type="body" sz="quarter" idx="17" hasCustomPrompt="1"/>
          </p:nvPr>
        </p:nvSpPr>
        <p:spPr>
          <a:xfrm>
            <a:off x="540000" y="2430000"/>
            <a:ext cx="3726000" cy="2340000"/>
          </a:xfrm>
          <a:prstGeom prst="rect">
            <a:avLst/>
          </a:prstGeom>
        </p:spPr>
        <p:txBody>
          <a:bodyPr lIns="0" tIns="0" rIns="0" bIns="0"/>
          <a:lstStyle>
            <a:lvl1pPr>
              <a:lnSpc>
                <a:spcPts val="2000"/>
              </a:lnSpc>
              <a:spcBef>
                <a:spcPts val="0"/>
              </a:spcBef>
              <a:defRPr sz="1600" b="0">
                <a:latin typeface="Arial" panose="020B0604020202020204" pitchFamily="34" charset="0"/>
                <a:cs typeface="Arial" panose="020B0604020202020204" pitchFamily="34" charset="0"/>
              </a:defRPr>
            </a:lvl1pPr>
          </a:lstStyle>
          <a:p>
            <a:pPr lvl="0"/>
            <a:r>
              <a:rPr lang="de-DE" dirty="0" err="1"/>
              <a:t>Fliesstext</a:t>
            </a:r>
            <a:r>
              <a:rPr lang="de-DE" dirty="0"/>
              <a:t> 1: Arial 16/20pt.</a:t>
            </a:r>
          </a:p>
        </p:txBody>
      </p:sp>
      <p:sp>
        <p:nvSpPr>
          <p:cNvPr id="22" name="Textplatzhalter 21">
            <a:extLst>
              <a:ext uri="{FF2B5EF4-FFF2-40B4-BE49-F238E27FC236}">
                <a16:creationId xmlns:a16="http://schemas.microsoft.com/office/drawing/2014/main" id="{3AE95407-6558-2D43-AAF2-1E121E6601AF}"/>
              </a:ext>
            </a:extLst>
          </p:cNvPr>
          <p:cNvSpPr>
            <a:spLocks noGrp="1"/>
          </p:cNvSpPr>
          <p:nvPr>
            <p:ph type="body" sz="quarter" idx="20" hasCustomPrompt="1"/>
          </p:nvPr>
        </p:nvSpPr>
        <p:spPr>
          <a:xfrm>
            <a:off x="540000" y="280800"/>
            <a:ext cx="7020000" cy="166199"/>
          </a:xfrm>
          <a:prstGeom prst="rect">
            <a:avLst/>
          </a:prstGeom>
        </p:spPr>
        <p:txBody>
          <a:bodyPr lIns="0" tIns="0" rIns="0" bIns="0">
            <a:spAutoFit/>
          </a:bodyPr>
          <a:lstStyle>
            <a:lvl1pPr marL="0" marR="0" indent="0" algn="l" defTabSz="914377" rtl="0" eaLnBrk="1" fontAlgn="auto" latinLnBrk="0" hangingPunct="1">
              <a:lnSpc>
                <a:spcPct val="90000"/>
              </a:lnSpc>
              <a:spcBef>
                <a:spcPts val="0"/>
              </a:spcBef>
              <a:spcAft>
                <a:spcPts val="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stStyle>
          <a:p>
            <a:pPr marL="0" marR="0" lvl="0" indent="0" algn="l" defTabSz="914377" rtl="0" eaLnBrk="1" fontAlgn="auto" latinLnBrk="0" hangingPunct="1">
              <a:lnSpc>
                <a:spcPct val="90000"/>
              </a:lnSpc>
              <a:spcBef>
                <a:spcPts val="0"/>
              </a:spcBef>
              <a:spcAft>
                <a:spcPts val="0"/>
              </a:spcAft>
              <a:buClrTx/>
              <a:buSzTx/>
              <a:buFont typeface="Arial" panose="020B0604020202020204" pitchFamily="34" charset="0"/>
              <a:buNone/>
              <a:tabLst/>
              <a:defRPr/>
            </a:pPr>
            <a:r>
              <a:rPr lang="de-DE" dirty="0"/>
              <a:t>Inhalt aus Inhaltverzeichnis (Arial 12pt., schwarz, max. 1 Zeile)</a:t>
            </a:r>
          </a:p>
        </p:txBody>
      </p:sp>
      <p:sp>
        <p:nvSpPr>
          <p:cNvPr id="8" name="Titelplatzhalter 14">
            <a:extLst>
              <a:ext uri="{FF2B5EF4-FFF2-40B4-BE49-F238E27FC236}">
                <a16:creationId xmlns:a16="http://schemas.microsoft.com/office/drawing/2014/main" id="{5170EE32-28A9-F84A-AD01-7B8166009F81}"/>
              </a:ext>
            </a:extLst>
          </p:cNvPr>
          <p:cNvSpPr>
            <a:spLocks noGrp="1"/>
          </p:cNvSpPr>
          <p:nvPr>
            <p:ph type="title" hasCustomPrompt="1"/>
          </p:nvPr>
        </p:nvSpPr>
        <p:spPr>
          <a:xfrm>
            <a:off x="540000" y="680400"/>
            <a:ext cx="7020000" cy="410369"/>
          </a:xfrm>
          <a:prstGeom prst="rect">
            <a:avLst/>
          </a:prstGeom>
        </p:spPr>
        <p:txBody>
          <a:bodyPr vert="horz" lIns="0" tIns="0" rIns="0" bIns="0" rtlCol="0" anchor="t">
            <a:spAutoFit/>
          </a:bodyPr>
          <a:lstStyle>
            <a:lvl1pPr>
              <a:defRPr/>
            </a:lvl1pPr>
          </a:lstStyle>
          <a:p>
            <a:r>
              <a:rPr lang="de-DE" dirty="0"/>
              <a:t>Titel A (Arial 28pt., rot, max. 1 Zeile) </a:t>
            </a:r>
          </a:p>
        </p:txBody>
      </p:sp>
    </p:spTree>
    <p:extLst>
      <p:ext uri="{BB962C8B-B14F-4D97-AF65-F5344CB8AC3E}">
        <p14:creationId xmlns:p14="http://schemas.microsoft.com/office/powerpoint/2010/main" val="4233781139"/>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7a: Folie für Grafik/Bild">
    <p:spTree>
      <p:nvGrpSpPr>
        <p:cNvPr id="1" name=""/>
        <p:cNvGrpSpPr/>
        <p:nvPr/>
      </p:nvGrpSpPr>
      <p:grpSpPr>
        <a:xfrm>
          <a:off x="0" y="0"/>
          <a:ext cx="0" cy="0"/>
          <a:chOff x="0" y="0"/>
          <a:chExt cx="0" cy="0"/>
        </a:xfrm>
      </p:grpSpPr>
      <p:sp>
        <p:nvSpPr>
          <p:cNvPr id="6" name="Inhaltsplatzhalter 2">
            <a:extLst>
              <a:ext uri="{FF2B5EF4-FFF2-40B4-BE49-F238E27FC236}">
                <a16:creationId xmlns:a16="http://schemas.microsoft.com/office/drawing/2014/main" id="{90318CE9-39BE-CB41-9E7E-545A530383E2}"/>
              </a:ext>
            </a:extLst>
          </p:cNvPr>
          <p:cNvSpPr>
            <a:spLocks noGrp="1"/>
          </p:cNvSpPr>
          <p:nvPr>
            <p:ph sz="half" idx="1" hasCustomPrompt="1"/>
          </p:nvPr>
        </p:nvSpPr>
        <p:spPr>
          <a:xfrm>
            <a:off x="0" y="1926000"/>
            <a:ext cx="9144000" cy="3060000"/>
          </a:xfrm>
          <a:prstGeom prst="rect">
            <a:avLst/>
          </a:prstGeom>
          <a:solidFill>
            <a:schemeClr val="bg1">
              <a:lumMod val="85000"/>
            </a:schemeClr>
          </a:solidFill>
        </p:spPr>
        <p:txBody>
          <a:bodyPr lIns="0" tIns="0" rIns="0" bIns="0"/>
          <a:lstStyle>
            <a:lvl1pPr marL="0" indent="0">
              <a:buNone/>
              <a:defRPr sz="2000">
                <a:latin typeface="Arial" panose="020B0604020202020204" pitchFamily="34" charset="0"/>
                <a:cs typeface="Arial" panose="020B0604020202020204" pitchFamily="34" charset="0"/>
              </a:defRPr>
            </a:lvl1pPr>
          </a:lstStyle>
          <a:p>
            <a:pPr lvl="0"/>
            <a:r>
              <a:rPr lang="de-DE" dirty="0"/>
              <a:t>        Media Platzhalter: 25.4 (b) x 8.5 (h) cm </a:t>
            </a:r>
          </a:p>
        </p:txBody>
      </p:sp>
      <p:sp>
        <p:nvSpPr>
          <p:cNvPr id="5" name="Textplatzhalter 2">
            <a:extLst>
              <a:ext uri="{FF2B5EF4-FFF2-40B4-BE49-F238E27FC236}">
                <a16:creationId xmlns:a16="http://schemas.microsoft.com/office/drawing/2014/main" id="{4A7E35E8-11B1-964A-B3B7-ABCDE11750B9}"/>
              </a:ext>
            </a:extLst>
          </p:cNvPr>
          <p:cNvSpPr>
            <a:spLocks noGrp="1"/>
          </p:cNvSpPr>
          <p:nvPr>
            <p:ph type="body" idx="11" hasCustomPrompt="1"/>
          </p:nvPr>
        </p:nvSpPr>
        <p:spPr>
          <a:xfrm>
            <a:off x="540000" y="1170000"/>
            <a:ext cx="7020000" cy="410369"/>
          </a:xfrm>
          <a:prstGeom prst="rect">
            <a:avLst/>
          </a:prstGeom>
        </p:spPr>
        <p:txBody>
          <a:bodyPr lIns="0" tIns="0" rIns="0" bIns="0" anchor="t">
            <a:spAutoFit/>
          </a:bodyPr>
          <a:lstStyle>
            <a:lvl1pPr marL="0" marR="0" indent="0" algn="l" defTabSz="914377" rtl="0" eaLnBrk="1" fontAlgn="auto" latinLnBrk="0" hangingPunct="1">
              <a:lnSpc>
                <a:spcPts val="3200"/>
              </a:lnSpc>
              <a:spcBef>
                <a:spcPts val="0"/>
              </a:spcBef>
              <a:spcAft>
                <a:spcPts val="0"/>
              </a:spcAft>
              <a:buClrTx/>
              <a:buSzTx/>
              <a:buFont typeface="Arial" panose="020B0604020202020204" pitchFamily="34" charset="0"/>
              <a:buNone/>
              <a:tabLst/>
              <a:defRPr sz="280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Titel B (Arial 28pt., schwarz, max. 1 Zeile) </a:t>
            </a:r>
          </a:p>
        </p:txBody>
      </p:sp>
      <p:sp>
        <p:nvSpPr>
          <p:cNvPr id="8" name="Textplatzhalter 21">
            <a:extLst>
              <a:ext uri="{FF2B5EF4-FFF2-40B4-BE49-F238E27FC236}">
                <a16:creationId xmlns:a16="http://schemas.microsoft.com/office/drawing/2014/main" id="{601A40B5-7701-6547-8618-E74203A19E99}"/>
              </a:ext>
            </a:extLst>
          </p:cNvPr>
          <p:cNvSpPr>
            <a:spLocks noGrp="1"/>
          </p:cNvSpPr>
          <p:nvPr>
            <p:ph type="body" sz="quarter" idx="20" hasCustomPrompt="1"/>
          </p:nvPr>
        </p:nvSpPr>
        <p:spPr>
          <a:xfrm>
            <a:off x="540000" y="280800"/>
            <a:ext cx="7020000" cy="166199"/>
          </a:xfrm>
          <a:prstGeom prst="rect">
            <a:avLst/>
          </a:prstGeom>
        </p:spPr>
        <p:txBody>
          <a:bodyPr lIns="0" tIns="0" rIns="0" bIns="0">
            <a:spAutoFit/>
          </a:bodyPr>
          <a:lstStyle>
            <a:lvl1pPr marL="0" marR="0" indent="0" algn="l" defTabSz="914377" rtl="0" eaLnBrk="1" fontAlgn="auto" latinLnBrk="0" hangingPunct="1">
              <a:lnSpc>
                <a:spcPct val="90000"/>
              </a:lnSpc>
              <a:spcBef>
                <a:spcPts val="0"/>
              </a:spcBef>
              <a:spcAft>
                <a:spcPts val="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stStyle>
          <a:p>
            <a:pPr marL="0" marR="0" lvl="0" indent="0" algn="l" defTabSz="914377" rtl="0" eaLnBrk="1" fontAlgn="auto" latinLnBrk="0" hangingPunct="1">
              <a:lnSpc>
                <a:spcPct val="90000"/>
              </a:lnSpc>
              <a:spcBef>
                <a:spcPts val="0"/>
              </a:spcBef>
              <a:spcAft>
                <a:spcPts val="0"/>
              </a:spcAft>
              <a:buClrTx/>
              <a:buSzTx/>
              <a:buFont typeface="Arial" panose="020B0604020202020204" pitchFamily="34" charset="0"/>
              <a:buNone/>
              <a:tabLst/>
              <a:defRPr/>
            </a:pPr>
            <a:r>
              <a:rPr lang="de-DE" dirty="0"/>
              <a:t>Inhalt aus Inhaltverzeichnis (Arial 12pt., schwarz, max. 1 Zeile)</a:t>
            </a:r>
          </a:p>
        </p:txBody>
      </p:sp>
      <p:sp>
        <p:nvSpPr>
          <p:cNvPr id="7" name="Titelplatzhalter 14">
            <a:extLst>
              <a:ext uri="{FF2B5EF4-FFF2-40B4-BE49-F238E27FC236}">
                <a16:creationId xmlns:a16="http://schemas.microsoft.com/office/drawing/2014/main" id="{CF6356AF-957D-A241-82E4-5276EE95A84E}"/>
              </a:ext>
            </a:extLst>
          </p:cNvPr>
          <p:cNvSpPr>
            <a:spLocks noGrp="1"/>
          </p:cNvSpPr>
          <p:nvPr>
            <p:ph type="title" hasCustomPrompt="1"/>
          </p:nvPr>
        </p:nvSpPr>
        <p:spPr>
          <a:xfrm>
            <a:off x="540000" y="680400"/>
            <a:ext cx="7020000" cy="410369"/>
          </a:xfrm>
          <a:prstGeom prst="rect">
            <a:avLst/>
          </a:prstGeom>
        </p:spPr>
        <p:txBody>
          <a:bodyPr vert="horz" lIns="0" tIns="0" rIns="0" bIns="0" rtlCol="0" anchor="t">
            <a:spAutoFit/>
          </a:bodyPr>
          <a:lstStyle>
            <a:lvl1pPr>
              <a:defRPr/>
            </a:lvl1pPr>
          </a:lstStyle>
          <a:p>
            <a:r>
              <a:rPr lang="de-DE" dirty="0"/>
              <a:t>Titel A (Arial 28pt., rot, max. 1 Zeile) </a:t>
            </a:r>
          </a:p>
        </p:txBody>
      </p:sp>
    </p:spTree>
    <p:extLst>
      <p:ext uri="{BB962C8B-B14F-4D97-AF65-F5344CB8AC3E}">
        <p14:creationId xmlns:p14="http://schemas.microsoft.com/office/powerpoint/2010/main" val="2157838461"/>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6.xml"/><Relationship Id="rId18" Type="http://schemas.openxmlformats.org/officeDocument/2006/relationships/slideLayout" Target="../slideLayouts/slideLayout21.xml"/><Relationship Id="rId26" Type="http://schemas.openxmlformats.org/officeDocument/2006/relationships/slideLayout" Target="../slideLayouts/slideLayout29.xml"/><Relationship Id="rId21" Type="http://schemas.openxmlformats.org/officeDocument/2006/relationships/slideLayout" Target="../slideLayouts/slideLayout24.xml"/><Relationship Id="rId34" Type="http://schemas.openxmlformats.org/officeDocument/2006/relationships/slideLayout" Target="../slideLayouts/slideLayout37.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5" Type="http://schemas.openxmlformats.org/officeDocument/2006/relationships/slideLayout" Target="../slideLayouts/slideLayout28.xml"/><Relationship Id="rId33" Type="http://schemas.openxmlformats.org/officeDocument/2006/relationships/slideLayout" Target="../slideLayouts/slideLayout36.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0" Type="http://schemas.openxmlformats.org/officeDocument/2006/relationships/slideLayout" Target="../slideLayouts/slideLayout23.xml"/><Relationship Id="rId29" Type="http://schemas.openxmlformats.org/officeDocument/2006/relationships/slideLayout" Target="../slideLayouts/slideLayout32.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24" Type="http://schemas.openxmlformats.org/officeDocument/2006/relationships/slideLayout" Target="../slideLayouts/slideLayout27.xml"/><Relationship Id="rId32" Type="http://schemas.openxmlformats.org/officeDocument/2006/relationships/slideLayout" Target="../slideLayouts/slideLayout35.xml"/><Relationship Id="rId37" Type="http://schemas.openxmlformats.org/officeDocument/2006/relationships/image" Target="../media/image1.png"/><Relationship Id="rId5" Type="http://schemas.openxmlformats.org/officeDocument/2006/relationships/slideLayout" Target="../slideLayouts/slideLayout8.xml"/><Relationship Id="rId15" Type="http://schemas.openxmlformats.org/officeDocument/2006/relationships/slideLayout" Target="../slideLayouts/slideLayout18.xml"/><Relationship Id="rId23" Type="http://schemas.openxmlformats.org/officeDocument/2006/relationships/slideLayout" Target="../slideLayouts/slideLayout26.xml"/><Relationship Id="rId28" Type="http://schemas.openxmlformats.org/officeDocument/2006/relationships/slideLayout" Target="../slideLayouts/slideLayout31.xml"/><Relationship Id="rId36" Type="http://schemas.openxmlformats.org/officeDocument/2006/relationships/theme" Target="../theme/theme2.xml"/><Relationship Id="rId10" Type="http://schemas.openxmlformats.org/officeDocument/2006/relationships/slideLayout" Target="../slideLayouts/slideLayout13.xml"/><Relationship Id="rId19" Type="http://schemas.openxmlformats.org/officeDocument/2006/relationships/slideLayout" Target="../slideLayouts/slideLayout22.xml"/><Relationship Id="rId31" Type="http://schemas.openxmlformats.org/officeDocument/2006/relationships/slideLayout" Target="../slideLayouts/slideLayout34.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 Id="rId22" Type="http://schemas.openxmlformats.org/officeDocument/2006/relationships/slideLayout" Target="../slideLayouts/slideLayout25.xml"/><Relationship Id="rId27" Type="http://schemas.openxmlformats.org/officeDocument/2006/relationships/slideLayout" Target="../slideLayouts/slideLayout30.xml"/><Relationship Id="rId30" Type="http://schemas.openxmlformats.org/officeDocument/2006/relationships/slideLayout" Target="../slideLayouts/slideLayout33.xml"/><Relationship Id="rId35" Type="http://schemas.openxmlformats.org/officeDocument/2006/relationships/slideLayout" Target="../slideLayouts/slideLayout38.xml"/><Relationship Id="rId8" Type="http://schemas.openxmlformats.org/officeDocument/2006/relationships/slideLayout" Target="../slideLayouts/slideLayout11.xml"/><Relationship Id="rId3"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0.xml"/><Relationship Id="rId1" Type="http://schemas.openxmlformats.org/officeDocument/2006/relationships/slideLayout" Target="../slideLayouts/slideLayout39.xml"/><Relationship Id="rId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slideLayout" Target="../slideLayouts/slideLayout43.xml"/><Relationship Id="rId7" Type="http://schemas.openxmlformats.org/officeDocument/2006/relationships/tags" Target="../tags/tag1.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theme" Target="../theme/theme4.xml"/><Relationship Id="rId5" Type="http://schemas.openxmlformats.org/officeDocument/2006/relationships/slideLayout" Target="../slideLayouts/slideLayout45.xml"/><Relationship Id="rId4"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 der Vorlesung»</a:t>
            </a:r>
          </a:p>
        </p:txBody>
      </p:sp>
      <p:cxnSp>
        <p:nvCxnSpPr>
          <p:cNvPr id="3" name="Gerader Verbinder 2"/>
          <p:cNvCxnSpPr/>
          <p:nvPr userDrawn="1"/>
        </p:nvCxnSpPr>
        <p:spPr>
          <a:xfrm>
            <a:off x="360000" y="1008000"/>
            <a:ext cx="8568000" cy="0"/>
          </a:xfrm>
          <a:prstGeom prst="line">
            <a:avLst/>
          </a:prstGeom>
          <a:ln w="12700">
            <a:gradFill flip="none" rotWithShape="1">
              <a:gsLst>
                <a:gs pos="0">
                  <a:schemeClr val="tx1"/>
                </a:gs>
                <a:gs pos="59000">
                  <a:schemeClr val="tx1"/>
                </a:gs>
                <a:gs pos="86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2" name="Picture 2" descr="https://intern.unibe.ch/unibe/uniintern/content/e1883/e683686/e684360/e699238/Unibe_Logo_16pt_RGB_201807_ger.png"/>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7596336" y="0"/>
            <a:ext cx="1323206" cy="1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6643046"/>
      </p:ext>
    </p:extLst>
  </p:cSld>
  <p:clrMap bg1="lt1" tx1="dk1" bg2="lt2" tx2="dk2" accent1="accent1" accent2="accent2" accent3="accent3" accent4="accent4" accent5="accent5" accent6="accent6" hlink="hlink" folHlink="folHlink"/>
  <p:sldLayoutIdLst>
    <p:sldLayoutId id="2147483829" r:id="rId1"/>
    <p:sldLayoutId id="2147483789" r:id="rId2"/>
    <p:sldLayoutId id="2147483792" r:id="rId3"/>
  </p:sldLayoutIdLst>
  <p:hf hdr="0" dt="0"/>
  <p:txStyles>
    <p:titleStyle>
      <a:lvl1pPr algn="l" defTabSz="685800" rtl="0" eaLnBrk="1" latinLnBrk="0" hangingPunct="1">
        <a:lnSpc>
          <a:spcPct val="100000"/>
        </a:lnSpc>
        <a:spcBef>
          <a:spcPct val="0"/>
        </a:spcBef>
        <a:buNone/>
        <a:defRPr sz="2800" b="0" kern="1200">
          <a:solidFill>
            <a:schemeClr val="bg2"/>
          </a:solidFill>
          <a:latin typeface="+mj-lt"/>
          <a:ea typeface="+mj-ea"/>
          <a:cs typeface="+mj-cs"/>
        </a:defRPr>
      </a:lvl1pPr>
    </p:titleStyle>
    <p:bodyStyle>
      <a:lvl1pPr marL="216000" indent="-216000" algn="l" defTabSz="685800" rtl="0" eaLnBrk="1" latinLnBrk="0" hangingPunct="1">
        <a:lnSpc>
          <a:spcPct val="100000"/>
        </a:lnSpc>
        <a:spcBef>
          <a:spcPts val="200"/>
        </a:spcBef>
        <a:buFont typeface="Symbol" panose="05050102010706020507" pitchFamily="18" charset="2"/>
        <a:buChar char="-"/>
        <a:defRPr sz="2000" kern="1200">
          <a:solidFill>
            <a:schemeClr val="tx1"/>
          </a:solidFill>
          <a:latin typeface="+mn-lt"/>
          <a:ea typeface="+mn-ea"/>
          <a:cs typeface="+mn-cs"/>
        </a:defRPr>
      </a:lvl1pPr>
      <a:lvl2pPr marL="432000" indent="-216000" algn="l" defTabSz="685800" rtl="0" eaLnBrk="1" latinLnBrk="0" hangingPunct="1">
        <a:lnSpc>
          <a:spcPct val="100000"/>
        </a:lnSpc>
        <a:spcBef>
          <a:spcPts val="200"/>
        </a:spcBef>
        <a:buFont typeface="Symbol" panose="05050102010706020507" pitchFamily="18" charset="2"/>
        <a:buChar char="-"/>
        <a:defRPr sz="1800" kern="1200">
          <a:solidFill>
            <a:schemeClr val="tx1"/>
          </a:solidFill>
          <a:latin typeface="+mn-lt"/>
          <a:ea typeface="+mn-ea"/>
          <a:cs typeface="+mn-cs"/>
        </a:defRPr>
      </a:lvl2pPr>
      <a:lvl3pPr marL="648000" indent="-216000" algn="l" defTabSz="685800" rtl="0" eaLnBrk="1" latinLnBrk="0" hangingPunct="1">
        <a:lnSpc>
          <a:spcPct val="100000"/>
        </a:lnSpc>
        <a:spcBef>
          <a:spcPts val="200"/>
        </a:spcBef>
        <a:buFont typeface="Symbol" panose="05050102010706020507" pitchFamily="18" charset="2"/>
        <a:buChar char="-"/>
        <a:defRPr sz="1600" kern="1200">
          <a:solidFill>
            <a:schemeClr val="tx1"/>
          </a:solidFill>
          <a:latin typeface="+mn-lt"/>
          <a:ea typeface="+mn-ea"/>
          <a:cs typeface="+mn-cs"/>
        </a:defRPr>
      </a:lvl3pPr>
      <a:lvl4pPr marL="864000" indent="-216000" algn="l" defTabSz="685800" rtl="0" eaLnBrk="1" latinLnBrk="0" hangingPunct="1">
        <a:lnSpc>
          <a:spcPct val="100000"/>
        </a:lnSpc>
        <a:spcBef>
          <a:spcPts val="200"/>
        </a:spcBef>
        <a:buFont typeface="Symbol" panose="05050102010706020507" pitchFamily="18" charset="2"/>
        <a:buChar char="-"/>
        <a:defRPr sz="1400" kern="1200">
          <a:solidFill>
            <a:schemeClr val="tx1"/>
          </a:solidFill>
          <a:latin typeface="+mn-lt"/>
          <a:ea typeface="+mn-ea"/>
          <a:cs typeface="+mn-cs"/>
        </a:defRPr>
      </a:lvl4pPr>
      <a:lvl5pPr marL="1080000" indent="-216000" algn="l" defTabSz="685800" rtl="0" eaLnBrk="1" latinLnBrk="0" hangingPunct="1">
        <a:lnSpc>
          <a:spcPct val="100000"/>
        </a:lnSpc>
        <a:spcBef>
          <a:spcPts val="200"/>
        </a:spcBef>
        <a:buFont typeface="Symbol" panose="05050102010706020507" pitchFamily="18" charset="2"/>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«Titel»</a:t>
            </a:r>
          </a:p>
        </p:txBody>
      </p:sp>
      <p:sp>
        <p:nvSpPr>
          <p:cNvPr id="14" name="Textplatzhalter 13"/>
          <p:cNvSpPr>
            <a:spLocks noGrp="1"/>
          </p:cNvSpPr>
          <p:nvPr>
            <p:ph type="body" idx="1"/>
          </p:nvPr>
        </p:nvSpPr>
        <p:spPr>
          <a:xfrm>
            <a:off x="360000" y="1080000"/>
            <a:ext cx="8424000" cy="3456000"/>
          </a:xfrm>
          <a:prstGeom prst="rect">
            <a:avLst/>
          </a:prstGeom>
        </p:spPr>
        <p:txBody>
          <a:bodyPr vert="horz" lIns="36000" tIns="36000" rIns="36000" bIns="36000" rtlCol="0" anchor="ctr">
            <a:normAutofit/>
          </a:bodyPr>
          <a:lstStyle/>
          <a:p>
            <a:pPr lvl="0"/>
            <a:r>
              <a:rPr lang="de-CH" noProof="0" dirty="0"/>
              <a:t>Erste Ebene</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16" name="Fußzeilenplatzhalter 15"/>
          <p:cNvSpPr>
            <a:spLocks noGrp="1"/>
          </p:cNvSpPr>
          <p:nvPr>
            <p:ph type="ftr" sz="quarter" idx="3"/>
          </p:nvPr>
        </p:nvSpPr>
        <p:spPr>
          <a:xfrm>
            <a:off x="359532" y="4860000"/>
            <a:ext cx="7992888" cy="180000"/>
          </a:xfrm>
          <a:prstGeom prst="rect">
            <a:avLst/>
          </a:prstGeom>
        </p:spPr>
        <p:txBody>
          <a:bodyPr vert="horz" lIns="36000" tIns="36000" rIns="36000" bIns="36000" rtlCol="0" anchor="ctr"/>
          <a:lstStyle>
            <a:lvl1pPr algn="l">
              <a:defRPr sz="800">
                <a:solidFill>
                  <a:schemeClr val="tx1"/>
                </a:solidFill>
              </a:defRPr>
            </a:lvl1pPr>
          </a:lstStyle>
          <a:p>
            <a:endParaRPr lang="de-CH" dirty="0"/>
          </a:p>
        </p:txBody>
      </p:sp>
      <p:sp>
        <p:nvSpPr>
          <p:cNvPr id="17" name="Foliennummernplatzhalter 16"/>
          <p:cNvSpPr>
            <a:spLocks noGrp="1"/>
          </p:cNvSpPr>
          <p:nvPr>
            <p:ph type="sldNum" sz="quarter" idx="4"/>
          </p:nvPr>
        </p:nvSpPr>
        <p:spPr>
          <a:xfrm>
            <a:off x="8388000" y="4860000"/>
            <a:ext cx="396000" cy="180000"/>
          </a:xfrm>
          <a:prstGeom prst="rect">
            <a:avLst/>
          </a:prstGeom>
        </p:spPr>
        <p:txBody>
          <a:bodyPr vert="horz" lIns="36000" tIns="36000" rIns="36000" bIns="36000" rtlCol="0" anchor="ctr"/>
          <a:lstStyle>
            <a:lvl1pPr algn="r">
              <a:defRPr sz="800" b="1">
                <a:solidFill>
                  <a:schemeClr val="tx1"/>
                </a:solidFill>
              </a:defRPr>
            </a:lvl1pPr>
          </a:lstStyle>
          <a:p>
            <a:fld id="{E6639024-6672-4F87-864B-EA4FA9190A1A}" type="slidenum">
              <a:rPr lang="de-CH" smtClean="0"/>
              <a:pPr/>
              <a:t>‹#›</a:t>
            </a:fld>
            <a:endParaRPr lang="de-CH" dirty="0"/>
          </a:p>
        </p:txBody>
      </p:sp>
      <p:pic>
        <p:nvPicPr>
          <p:cNvPr id="1026" name="Picture 2" descr="https://intern.unibe.ch/unibe/uniintern/content/e1883/e683686/e684360/e699238/Unibe_Logo_16pt_RGB_201807_ger.png"/>
          <p:cNvPicPr>
            <a:picLocks noChangeAspect="1" noChangeArrowheads="1"/>
          </p:cNvPicPr>
          <p:nvPr userDrawn="1"/>
        </p:nvPicPr>
        <p:blipFill>
          <a:blip r:embed="rId37">
            <a:extLst>
              <a:ext uri="{28A0092B-C50C-407E-A947-70E740481C1C}">
                <a14:useLocalDpi xmlns:a14="http://schemas.microsoft.com/office/drawing/2010/main" val="0"/>
              </a:ext>
            </a:extLst>
          </a:blip>
          <a:srcRect/>
          <a:stretch>
            <a:fillRect/>
          </a:stretch>
        </p:blipFill>
        <p:spPr bwMode="auto">
          <a:xfrm>
            <a:off x="7596336" y="0"/>
            <a:ext cx="1323206" cy="1080000"/>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Gerader Verbinder 9"/>
          <p:cNvCxnSpPr/>
          <p:nvPr userDrawn="1"/>
        </p:nvCxnSpPr>
        <p:spPr>
          <a:xfrm>
            <a:off x="360000" y="1008000"/>
            <a:ext cx="8568000" cy="0"/>
          </a:xfrm>
          <a:prstGeom prst="line">
            <a:avLst/>
          </a:prstGeom>
          <a:ln w="12700">
            <a:gradFill flip="none" rotWithShape="1">
              <a:gsLst>
                <a:gs pos="0">
                  <a:schemeClr val="tx1"/>
                </a:gs>
                <a:gs pos="59000">
                  <a:schemeClr val="tx1"/>
                </a:gs>
                <a:gs pos="86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0187208"/>
      </p:ext>
    </p:extLst>
  </p:cSld>
  <p:clrMap bg1="lt1" tx1="dk1" bg2="lt2" tx2="dk2" accent1="accent1" accent2="accent2" accent3="accent3" accent4="accent4" accent5="accent5" accent6="accent6" hlink="hlink" folHlink="folHlink"/>
  <p:sldLayoutIdLst>
    <p:sldLayoutId id="2147483741" r:id="rId1"/>
    <p:sldLayoutId id="2147483740" r:id="rId2"/>
    <p:sldLayoutId id="2147483796" r:id="rId3"/>
    <p:sldLayoutId id="2147483798" r:id="rId4"/>
    <p:sldLayoutId id="2147483804" r:id="rId5"/>
    <p:sldLayoutId id="2147483805" r:id="rId6"/>
    <p:sldLayoutId id="2147483806" r:id="rId7"/>
    <p:sldLayoutId id="2147483797" r:id="rId8"/>
    <p:sldLayoutId id="2147483799" r:id="rId9"/>
    <p:sldLayoutId id="2147483801" r:id="rId10"/>
    <p:sldLayoutId id="2147483800" r:id="rId11"/>
    <p:sldLayoutId id="2147483802" r:id="rId12"/>
    <p:sldLayoutId id="2147483803" r:id="rId13"/>
    <p:sldLayoutId id="2147483807" r:id="rId14"/>
    <p:sldLayoutId id="2147483808" r:id="rId15"/>
    <p:sldLayoutId id="2147483809" r:id="rId16"/>
    <p:sldLayoutId id="2147483810" r:id="rId17"/>
    <p:sldLayoutId id="2147483811" r:id="rId18"/>
    <p:sldLayoutId id="2147483812" r:id="rId19"/>
    <p:sldLayoutId id="2147483813" r:id="rId20"/>
    <p:sldLayoutId id="2147483814" r:id="rId21"/>
    <p:sldLayoutId id="2147483816" r:id="rId22"/>
    <p:sldLayoutId id="2147483815" r:id="rId23"/>
    <p:sldLayoutId id="2147483818" r:id="rId24"/>
    <p:sldLayoutId id="2147483824" r:id="rId25"/>
    <p:sldLayoutId id="2147483820" r:id="rId26"/>
    <p:sldLayoutId id="2147483826" r:id="rId27"/>
    <p:sldLayoutId id="2147483817" r:id="rId28"/>
    <p:sldLayoutId id="2147483821" r:id="rId29"/>
    <p:sldLayoutId id="2147483819" r:id="rId30"/>
    <p:sldLayoutId id="2147483822" r:id="rId31"/>
    <p:sldLayoutId id="2147483823" r:id="rId32"/>
    <p:sldLayoutId id="2147483827" r:id="rId33"/>
    <p:sldLayoutId id="2147483825" r:id="rId34"/>
    <p:sldLayoutId id="2147483828" r:id="rId35"/>
  </p:sldLayoutIdLst>
  <p:hf hdr="0" dt="0"/>
  <p:txStyles>
    <p:titleStyle>
      <a:lvl1pPr algn="l" defTabSz="685800" rtl="0" eaLnBrk="1" latinLnBrk="0" hangingPunct="1">
        <a:lnSpc>
          <a:spcPct val="100000"/>
        </a:lnSpc>
        <a:spcBef>
          <a:spcPct val="0"/>
        </a:spcBef>
        <a:buNone/>
        <a:defRPr sz="2800" b="0" kern="1200">
          <a:solidFill>
            <a:schemeClr val="bg2"/>
          </a:solidFill>
          <a:latin typeface="+mj-lt"/>
          <a:ea typeface="+mj-ea"/>
          <a:cs typeface="+mj-cs"/>
        </a:defRPr>
      </a:lvl1pPr>
    </p:titleStyle>
    <p:bodyStyle>
      <a:lvl1pPr marL="216000" indent="-216000" algn="l" defTabSz="685800" rtl="0" eaLnBrk="1" latinLnBrk="0" hangingPunct="1">
        <a:lnSpc>
          <a:spcPct val="100000"/>
        </a:lnSpc>
        <a:spcBef>
          <a:spcPts val="200"/>
        </a:spcBef>
        <a:buFont typeface="Symbol" panose="05050102010706020507" pitchFamily="18" charset="2"/>
        <a:buChar char="-"/>
        <a:defRPr sz="1800" kern="1200">
          <a:solidFill>
            <a:schemeClr val="tx1"/>
          </a:solidFill>
          <a:latin typeface="+mn-lt"/>
          <a:ea typeface="+mn-ea"/>
          <a:cs typeface="+mn-cs"/>
        </a:defRPr>
      </a:lvl1pPr>
      <a:lvl2pPr marL="432000" indent="-216000" algn="l" defTabSz="685800" rtl="0" eaLnBrk="1" latinLnBrk="0" hangingPunct="1">
        <a:lnSpc>
          <a:spcPct val="100000"/>
        </a:lnSpc>
        <a:spcBef>
          <a:spcPts val="200"/>
        </a:spcBef>
        <a:buFont typeface="Symbol" panose="05050102010706020507" pitchFamily="18" charset="2"/>
        <a:buChar char="-"/>
        <a:defRPr sz="1600" kern="1200">
          <a:solidFill>
            <a:schemeClr val="tx1"/>
          </a:solidFill>
          <a:latin typeface="+mn-lt"/>
          <a:ea typeface="+mn-ea"/>
          <a:cs typeface="+mn-cs"/>
        </a:defRPr>
      </a:lvl2pPr>
      <a:lvl3pPr marL="648000" indent="-216000" algn="l" defTabSz="685800" rtl="0" eaLnBrk="1" latinLnBrk="0" hangingPunct="1">
        <a:lnSpc>
          <a:spcPct val="100000"/>
        </a:lnSpc>
        <a:spcBef>
          <a:spcPts val="200"/>
        </a:spcBef>
        <a:buFont typeface="Symbol" panose="05050102010706020507" pitchFamily="18" charset="2"/>
        <a:buChar char="-"/>
        <a:defRPr sz="1400" kern="1200">
          <a:solidFill>
            <a:schemeClr val="tx1"/>
          </a:solidFill>
          <a:latin typeface="+mn-lt"/>
          <a:ea typeface="+mn-ea"/>
          <a:cs typeface="+mn-cs"/>
        </a:defRPr>
      </a:lvl3pPr>
      <a:lvl4pPr marL="864000" indent="-216000" algn="l" defTabSz="685800" rtl="0" eaLnBrk="1" latinLnBrk="0" hangingPunct="1">
        <a:lnSpc>
          <a:spcPct val="100000"/>
        </a:lnSpc>
        <a:spcBef>
          <a:spcPts val="200"/>
        </a:spcBef>
        <a:buFont typeface="Symbol" panose="05050102010706020507" pitchFamily="18" charset="2"/>
        <a:buChar char="-"/>
        <a:defRPr sz="1200" kern="1200">
          <a:solidFill>
            <a:schemeClr val="tx1"/>
          </a:solidFill>
          <a:latin typeface="+mn-lt"/>
          <a:ea typeface="+mn-ea"/>
          <a:cs typeface="+mn-cs"/>
        </a:defRPr>
      </a:lvl4pPr>
      <a:lvl5pPr marL="1080000" indent="-216000" algn="l" defTabSz="685800" rtl="0" eaLnBrk="1" latinLnBrk="0" hangingPunct="1">
        <a:lnSpc>
          <a:spcPct val="100000"/>
        </a:lnSpc>
        <a:spcBef>
          <a:spcPts val="200"/>
        </a:spcBef>
        <a:buFont typeface="Symbol" panose="05050102010706020507" pitchFamily="18" charset="2"/>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Titelplatzhalter 12"/>
          <p:cNvSpPr>
            <a:spLocks noGrp="1"/>
          </p:cNvSpPr>
          <p:nvPr>
            <p:ph type="title"/>
          </p:nvPr>
        </p:nvSpPr>
        <p:spPr>
          <a:xfrm>
            <a:off x="360000" y="180000"/>
            <a:ext cx="7200000" cy="360000"/>
          </a:xfrm>
          <a:prstGeom prst="rect">
            <a:avLst/>
          </a:prstGeom>
        </p:spPr>
        <p:txBody>
          <a:bodyPr vert="horz" lIns="36000" tIns="36000" rIns="36000" bIns="36000" rtlCol="0" anchor="ctr">
            <a:noAutofit/>
          </a:bodyPr>
          <a:lstStyle/>
          <a:p>
            <a:r>
              <a:rPr lang="de-CH" noProof="0" dirty="0"/>
              <a:t>«Bedankung»</a:t>
            </a:r>
          </a:p>
        </p:txBody>
      </p:sp>
      <p:pic>
        <p:nvPicPr>
          <p:cNvPr id="1026" name="Picture 2" descr="https://intern.unibe.ch/unibe/uniintern/content/e1883/e683686/e684360/e699238/Unibe_Logo_16pt_RGB_201807_ger.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596336" y="0"/>
            <a:ext cx="1323206" cy="10800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Gerader Verbinder 6"/>
          <p:cNvCxnSpPr/>
          <p:nvPr userDrawn="1"/>
        </p:nvCxnSpPr>
        <p:spPr>
          <a:xfrm>
            <a:off x="360000" y="1008000"/>
            <a:ext cx="8568000" cy="0"/>
          </a:xfrm>
          <a:prstGeom prst="line">
            <a:avLst/>
          </a:prstGeom>
          <a:ln w="12700">
            <a:gradFill flip="none" rotWithShape="1">
              <a:gsLst>
                <a:gs pos="0">
                  <a:schemeClr val="tx1"/>
                </a:gs>
                <a:gs pos="59000">
                  <a:schemeClr val="tx1"/>
                </a:gs>
                <a:gs pos="86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485236"/>
      </p:ext>
    </p:extLst>
  </p:cSld>
  <p:clrMap bg1="lt1" tx1="dk1" bg2="lt2" tx2="dk2" accent1="accent1" accent2="accent2" accent3="accent3" accent4="accent4" accent5="accent5" accent6="accent6" hlink="hlink" folHlink="folHlink"/>
  <p:sldLayoutIdLst>
    <p:sldLayoutId id="2147483794" r:id="rId1"/>
    <p:sldLayoutId id="2147483795" r:id="rId2"/>
  </p:sldLayoutIdLst>
  <p:hf hdr="0" dt="0"/>
  <p:txStyles>
    <p:titleStyle>
      <a:lvl1pPr algn="l" defTabSz="685800" rtl="0" eaLnBrk="1" latinLnBrk="0" hangingPunct="1">
        <a:lnSpc>
          <a:spcPct val="100000"/>
        </a:lnSpc>
        <a:spcBef>
          <a:spcPct val="0"/>
        </a:spcBef>
        <a:buNone/>
        <a:defRPr sz="2800" b="0" kern="1200">
          <a:solidFill>
            <a:schemeClr val="bg2"/>
          </a:solidFill>
          <a:latin typeface="+mj-lt"/>
          <a:ea typeface="+mj-ea"/>
          <a:cs typeface="+mj-cs"/>
        </a:defRPr>
      </a:lvl1pPr>
    </p:titleStyle>
    <p:bodyStyle>
      <a:lvl1pPr marL="216000" indent="-216000" algn="l" defTabSz="685800" rtl="0" eaLnBrk="1" latinLnBrk="0" hangingPunct="1">
        <a:lnSpc>
          <a:spcPct val="100000"/>
        </a:lnSpc>
        <a:spcBef>
          <a:spcPts val="200"/>
        </a:spcBef>
        <a:buFont typeface="Symbol" panose="05050102010706020507" pitchFamily="18" charset="2"/>
        <a:buChar char="-"/>
        <a:defRPr sz="2000" kern="1200">
          <a:solidFill>
            <a:schemeClr val="tx1"/>
          </a:solidFill>
          <a:latin typeface="+mn-lt"/>
          <a:ea typeface="+mn-ea"/>
          <a:cs typeface="+mn-cs"/>
        </a:defRPr>
      </a:lvl1pPr>
      <a:lvl2pPr marL="432000" indent="-216000" algn="l" defTabSz="685800" rtl="0" eaLnBrk="1" latinLnBrk="0" hangingPunct="1">
        <a:lnSpc>
          <a:spcPct val="100000"/>
        </a:lnSpc>
        <a:spcBef>
          <a:spcPts val="200"/>
        </a:spcBef>
        <a:buFont typeface="Symbol" panose="05050102010706020507" pitchFamily="18" charset="2"/>
        <a:buChar char="-"/>
        <a:defRPr sz="1800" kern="1200">
          <a:solidFill>
            <a:schemeClr val="tx1"/>
          </a:solidFill>
          <a:latin typeface="+mn-lt"/>
          <a:ea typeface="+mn-ea"/>
          <a:cs typeface="+mn-cs"/>
        </a:defRPr>
      </a:lvl2pPr>
      <a:lvl3pPr marL="648000" indent="-216000" algn="l" defTabSz="685800" rtl="0" eaLnBrk="1" latinLnBrk="0" hangingPunct="1">
        <a:lnSpc>
          <a:spcPct val="100000"/>
        </a:lnSpc>
        <a:spcBef>
          <a:spcPts val="200"/>
        </a:spcBef>
        <a:buFont typeface="Symbol" panose="05050102010706020507" pitchFamily="18" charset="2"/>
        <a:buChar char="-"/>
        <a:defRPr sz="1600" kern="1200">
          <a:solidFill>
            <a:schemeClr val="tx1"/>
          </a:solidFill>
          <a:latin typeface="+mn-lt"/>
          <a:ea typeface="+mn-ea"/>
          <a:cs typeface="+mn-cs"/>
        </a:defRPr>
      </a:lvl3pPr>
      <a:lvl4pPr marL="864000" indent="-216000" algn="l" defTabSz="685800" rtl="0" eaLnBrk="1" latinLnBrk="0" hangingPunct="1">
        <a:lnSpc>
          <a:spcPct val="100000"/>
        </a:lnSpc>
        <a:spcBef>
          <a:spcPts val="200"/>
        </a:spcBef>
        <a:buFont typeface="Symbol" panose="05050102010706020507" pitchFamily="18" charset="2"/>
        <a:buChar char="-"/>
        <a:defRPr sz="1400" kern="1200">
          <a:solidFill>
            <a:schemeClr val="tx1"/>
          </a:solidFill>
          <a:latin typeface="+mn-lt"/>
          <a:ea typeface="+mn-ea"/>
          <a:cs typeface="+mn-cs"/>
        </a:defRPr>
      </a:lvl4pPr>
      <a:lvl5pPr marL="1080000" indent="-216000" algn="l" defTabSz="685800" rtl="0" eaLnBrk="1" latinLnBrk="0" hangingPunct="1">
        <a:lnSpc>
          <a:spcPct val="100000"/>
        </a:lnSpc>
        <a:spcBef>
          <a:spcPts val="200"/>
        </a:spcBef>
        <a:buFont typeface="Symbol" panose="05050102010706020507" pitchFamily="18" charset="2"/>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Titelplatzhalter 14">
            <a:extLst>
              <a:ext uri="{FF2B5EF4-FFF2-40B4-BE49-F238E27FC236}">
                <a16:creationId xmlns:a16="http://schemas.microsoft.com/office/drawing/2014/main" id="{E756D428-BAD7-3447-9927-B6A9FCF078AE}"/>
              </a:ext>
            </a:extLst>
          </p:cNvPr>
          <p:cNvSpPr>
            <a:spLocks noGrp="1"/>
          </p:cNvSpPr>
          <p:nvPr>
            <p:ph type="title"/>
          </p:nvPr>
        </p:nvSpPr>
        <p:spPr>
          <a:xfrm>
            <a:off x="540000" y="676800"/>
            <a:ext cx="7020000" cy="410369"/>
          </a:xfrm>
          <a:prstGeom prst="rect">
            <a:avLst/>
          </a:prstGeom>
        </p:spPr>
        <p:txBody>
          <a:bodyPr vert="horz" lIns="0" tIns="0" rIns="0" bIns="0" rtlCol="0" anchor="t">
            <a:spAutoFit/>
          </a:bodyPr>
          <a:lstStyle/>
          <a:p>
            <a:r>
              <a:rPr lang="de-DE" dirty="0"/>
              <a:t>Titel A (Arial 28pt., rot, max. 1 Zeile) </a:t>
            </a:r>
          </a:p>
        </p:txBody>
      </p:sp>
      <p:sp>
        <p:nvSpPr>
          <p:cNvPr id="5" name="Rechteck 4">
            <a:extLst>
              <a:ext uri="{FF2B5EF4-FFF2-40B4-BE49-F238E27FC236}">
                <a16:creationId xmlns:a16="http://schemas.microsoft.com/office/drawing/2014/main" id="{4EBF98FB-2886-B941-8FDB-3481055A357B}"/>
              </a:ext>
            </a:extLst>
          </p:cNvPr>
          <p:cNvSpPr/>
          <p:nvPr userDrawn="1"/>
        </p:nvSpPr>
        <p:spPr>
          <a:xfrm>
            <a:off x="0" y="1925998"/>
            <a:ext cx="9144000" cy="30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bg1">
                  <a:lumMod val="85000"/>
                </a:schemeClr>
              </a:solidFill>
            </a:endParaRPr>
          </a:p>
        </p:txBody>
      </p:sp>
      <p:pic>
        <p:nvPicPr>
          <p:cNvPr id="6" name="Bild 5">
            <a:extLst>
              <a:ext uri="{FF2B5EF4-FFF2-40B4-BE49-F238E27FC236}">
                <a16:creationId xmlns:a16="http://schemas.microsoft.com/office/drawing/2014/main" id="{F06A9DEA-0FB9-8F47-9F85-6FBBED932B69}"/>
              </a:ext>
            </a:extLst>
          </p:cNvPr>
          <p:cNvPicPr>
            <a:picLocks noGrp="1" noSelect="1" noRot="1" noMove="1" noResize="1" noEditPoints="1" noAdjustHandles="1" noChangeArrowheads="1" noChangeShapeType="1"/>
          </p:cNvPicPr>
          <p:nvPr userDrawn="1">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7884000" y="0"/>
            <a:ext cx="1256538" cy="1006094"/>
          </a:xfrm>
          <a:prstGeom prst="rect">
            <a:avLst/>
          </a:prstGeom>
        </p:spPr>
      </p:pic>
      <p:sp>
        <p:nvSpPr>
          <p:cNvPr id="7" name="Foliennummernplatzhalter 5">
            <a:extLst>
              <a:ext uri="{FF2B5EF4-FFF2-40B4-BE49-F238E27FC236}">
                <a16:creationId xmlns:a16="http://schemas.microsoft.com/office/drawing/2014/main" id="{F11E8D0C-14F6-CE42-B947-C439B799E6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AB2C14-F465-F643-BD65-D6125390A9E0}" type="slidenum">
              <a:rPr lang="de-DE" smtClean="0"/>
              <a:t>‹#›</a:t>
            </a:fld>
            <a:endParaRPr lang="de-DE"/>
          </a:p>
        </p:txBody>
      </p:sp>
      <p:sp>
        <p:nvSpPr>
          <p:cNvPr id="8" name="Foliennummernplatzhalter 5">
            <a:extLst>
              <a:ext uri="{FF2B5EF4-FFF2-40B4-BE49-F238E27FC236}">
                <a16:creationId xmlns:a16="http://schemas.microsoft.com/office/drawing/2014/main" id="{AC8EDBC1-FAB1-5049-8E88-A148342FA57D}"/>
              </a:ext>
            </a:extLst>
          </p:cNvPr>
          <p:cNvSpPr txBox="1">
            <a:spLocks/>
          </p:cNvSpPr>
          <p:nvPr userDrawn="1"/>
        </p:nvSpPr>
        <p:spPr>
          <a:xfrm>
            <a:off x="8763000" y="6508750"/>
            <a:ext cx="2743200" cy="365125"/>
          </a:xfrm>
          <a:prstGeom prst="rect">
            <a:avLst/>
          </a:prstGeom>
        </p:spPr>
        <p:txBody>
          <a:bodyPr vert="horz" lIns="91440" tIns="45720" rIns="91440" bIns="45720" rtlCol="0" anchor="ctr"/>
          <a:lstStyle>
            <a:defPPr>
              <a:defRPr lang="de-D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6AB2C14-F465-F643-BD65-D6125390A9E0}" type="slidenum">
              <a:rPr lang="de-DE" smtClean="0"/>
              <a:pPr/>
              <a:t>‹#›</a:t>
            </a:fld>
            <a:endParaRPr lang="de-DE"/>
          </a:p>
        </p:txBody>
      </p:sp>
      <p:sp>
        <p:nvSpPr>
          <p:cNvPr id="13" name="Foliennummernplatzhalter 5">
            <a:extLst>
              <a:ext uri="{FF2B5EF4-FFF2-40B4-BE49-F238E27FC236}">
                <a16:creationId xmlns:a16="http://schemas.microsoft.com/office/drawing/2014/main" id="{D46E2520-6889-A743-9B33-C33B30D332DC}"/>
              </a:ext>
            </a:extLst>
          </p:cNvPr>
          <p:cNvSpPr txBox="1">
            <a:spLocks/>
          </p:cNvSpPr>
          <p:nvPr userDrawn="1"/>
        </p:nvSpPr>
        <p:spPr>
          <a:xfrm>
            <a:off x="533400" y="4984750"/>
            <a:ext cx="1440000" cy="15875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EE4E90-A1E4-1B42-8CCE-F5D8D3FE1ED0}" type="slidenum">
              <a:rPr lang="de-DE" smtClean="0">
                <a:solidFill>
                  <a:schemeClr val="tx1"/>
                </a:solidFill>
              </a:rPr>
              <a:pPr/>
              <a:t>‹#›</a:t>
            </a:fld>
            <a:endParaRPr lang="de-DE" dirty="0">
              <a:solidFill>
                <a:schemeClr val="tx1"/>
              </a:solidFill>
            </a:endParaRPr>
          </a:p>
        </p:txBody>
      </p:sp>
    </p:spTree>
    <p:extLst>
      <p:ext uri="{BB962C8B-B14F-4D97-AF65-F5344CB8AC3E}">
        <p14:creationId xmlns:p14="http://schemas.microsoft.com/office/powerpoint/2010/main" val="1650500097"/>
      </p:ext>
    </p:extLst>
  </p:cSld>
  <p:clrMap bg1="lt1" tx1="dk1" bg2="lt2" tx2="dk2" accent1="accent1" accent2="accent2" accent3="accent3" accent4="accent4" accent5="accent5" accent6="accent6" hlink="hlink" folHlink="folHlink"/>
  <p:sldLayoutIdLst>
    <p:sldLayoutId id="2147483752" r:id="rId1"/>
    <p:sldLayoutId id="2147483688" r:id="rId2"/>
    <p:sldLayoutId id="2147483766" r:id="rId3"/>
    <p:sldLayoutId id="2147483754" r:id="rId4"/>
    <p:sldLayoutId id="2147483767" r:id="rId5"/>
  </p:sldLayoutIdLst>
  <p:hf hdr="0" dt="0"/>
  <p:txStyles>
    <p:titleStyle>
      <a:lvl1pPr algn="l" defTabSz="914377" rtl="0" eaLnBrk="1" latinLnBrk="0" hangingPunct="1">
        <a:lnSpc>
          <a:spcPts val="3200"/>
        </a:lnSpc>
        <a:spcBef>
          <a:spcPct val="0"/>
        </a:spcBef>
        <a:buNone/>
        <a:defRPr sz="2800" kern="1200">
          <a:solidFill>
            <a:srgbClr val="E6002E"/>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36" userDrawn="1">
          <p15:clr>
            <a:srgbClr val="F26B43"/>
          </p15:clr>
        </p15:guide>
        <p15:guide id="4" orient="horz" pos="1380" userDrawn="1">
          <p15:clr>
            <a:srgbClr val="F26B43"/>
          </p15:clr>
        </p15:guide>
        <p15:guide id="9" pos="2688" userDrawn="1">
          <p15:clr>
            <a:srgbClr val="F26B43"/>
          </p15:clr>
        </p15:guide>
        <p15:guide id="10" pos="3072" userDrawn="1">
          <p15:clr>
            <a:srgbClr val="F26B43"/>
          </p15:clr>
        </p15:guide>
        <p15:guide id="11" pos="2880" userDrawn="1">
          <p15:clr>
            <a:srgbClr val="F26B43"/>
          </p15:clr>
        </p15:guide>
        <p15:guide id="12" pos="5424" userDrawn="1">
          <p15:clr>
            <a:srgbClr val="F26B43"/>
          </p15:clr>
        </p15:guide>
        <p15:guide id="19" orient="horz" pos="780" userDrawn="1">
          <p15:clr>
            <a:srgbClr val="F26B43"/>
          </p15:clr>
        </p15:guide>
        <p15:guide id="20" orient="horz" pos="189" userDrawn="1">
          <p15:clr>
            <a:srgbClr val="F26B43"/>
          </p15:clr>
        </p15:guide>
        <p15:guide id="24" orient="horz" pos="1213" userDrawn="1">
          <p15:clr>
            <a:srgbClr val="F26B43"/>
          </p15:clr>
        </p15:guide>
        <p15:guide id="25" orient="horz" pos="634" userDrawn="1">
          <p15:clr>
            <a:srgbClr val="F26B43"/>
          </p15:clr>
        </p15:guide>
        <p15:guide id="26" orient="horz" pos="472" userDrawn="1">
          <p15:clr>
            <a:srgbClr val="F26B43"/>
          </p15:clr>
        </p15:guide>
        <p15:guide id="29" orient="horz" pos="2981" userDrawn="1">
          <p15:clr>
            <a:srgbClr val="F26B43"/>
          </p15:clr>
        </p15:guide>
        <p15:guide id="30" orient="horz" pos="31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2.xml"/><Relationship Id="rId5" Type="http://schemas.openxmlformats.org/officeDocument/2006/relationships/hyperlink" Target="mailto:carlota.corbellaalcantara@unibe.ch" TargetMode="Externa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5.sv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18.sv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24.sv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26.sv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26.sv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26.sv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26.sv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4766F94-5395-4A73-9A27-D46C5AE84EE2}"/>
              </a:ext>
            </a:extLst>
          </p:cNvPr>
          <p:cNvSpPr/>
          <p:nvPr/>
        </p:nvSpPr>
        <p:spPr>
          <a:xfrm>
            <a:off x="7452320" y="73455"/>
            <a:ext cx="2302296" cy="11115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dirty="0"/>
          </a:p>
        </p:txBody>
      </p:sp>
      <p:sp>
        <p:nvSpPr>
          <p:cNvPr id="11" name="Rectangle 10">
            <a:extLst>
              <a:ext uri="{FF2B5EF4-FFF2-40B4-BE49-F238E27FC236}">
                <a16:creationId xmlns:a16="http://schemas.microsoft.com/office/drawing/2014/main" id="{A8FFE2F6-B6DD-44A2-8662-9ECBEC0354AF}"/>
              </a:ext>
            </a:extLst>
          </p:cNvPr>
          <p:cNvSpPr/>
          <p:nvPr/>
        </p:nvSpPr>
        <p:spPr>
          <a:xfrm>
            <a:off x="-146484" y="1801515"/>
            <a:ext cx="9901100" cy="33419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dirty="0"/>
          </a:p>
        </p:txBody>
      </p:sp>
      <p:sp>
        <p:nvSpPr>
          <p:cNvPr id="2" name="Text Placeholder 1">
            <a:extLst>
              <a:ext uri="{FF2B5EF4-FFF2-40B4-BE49-F238E27FC236}">
                <a16:creationId xmlns:a16="http://schemas.microsoft.com/office/drawing/2014/main" id="{2252AE8F-F135-4812-B570-EF9077CB2BB3}"/>
              </a:ext>
            </a:extLst>
          </p:cNvPr>
          <p:cNvSpPr>
            <a:spLocks noGrp="1"/>
          </p:cNvSpPr>
          <p:nvPr>
            <p:ph type="body" idx="11"/>
          </p:nvPr>
        </p:nvSpPr>
        <p:spPr>
          <a:xfrm>
            <a:off x="540000" y="1610843"/>
            <a:ext cx="7200352" cy="900000"/>
          </a:xfrm>
        </p:spPr>
        <p:txBody>
          <a:bodyPr/>
          <a:lstStyle/>
          <a:p>
            <a:r>
              <a:rPr lang="en-US" dirty="0"/>
              <a:t>A Dataset of Daily and Sub-Daily European Weather Observations before 1900</a:t>
            </a:r>
            <a:endParaRPr lang="LID4096" dirty="0"/>
          </a:p>
        </p:txBody>
      </p:sp>
      <p:sp>
        <p:nvSpPr>
          <p:cNvPr id="8" name="Title 7">
            <a:extLst>
              <a:ext uri="{FF2B5EF4-FFF2-40B4-BE49-F238E27FC236}">
                <a16:creationId xmlns:a16="http://schemas.microsoft.com/office/drawing/2014/main" id="{108D968F-DE63-478A-9210-704D548F9766}"/>
              </a:ext>
            </a:extLst>
          </p:cNvPr>
          <p:cNvSpPr>
            <a:spLocks noGrp="1"/>
          </p:cNvSpPr>
          <p:nvPr>
            <p:ph type="title"/>
          </p:nvPr>
        </p:nvSpPr>
        <p:spPr>
          <a:xfrm>
            <a:off x="540000" y="915566"/>
            <a:ext cx="7020000" cy="367310"/>
          </a:xfrm>
        </p:spPr>
        <p:txBody>
          <a:bodyPr/>
          <a:lstStyle/>
          <a:p>
            <a:r>
              <a:rPr lang="en-US" sz="4400" dirty="0"/>
              <a:t>HIST-DAILY</a:t>
            </a:r>
            <a:endParaRPr lang="LID4096" sz="4400" dirty="0"/>
          </a:p>
        </p:txBody>
      </p:sp>
      <p:sp>
        <p:nvSpPr>
          <p:cNvPr id="3" name="Text Placeholder 2">
            <a:extLst>
              <a:ext uri="{FF2B5EF4-FFF2-40B4-BE49-F238E27FC236}">
                <a16:creationId xmlns:a16="http://schemas.microsoft.com/office/drawing/2014/main" id="{4969F2E2-5AD2-4EB8-A262-39E5A24540B7}"/>
              </a:ext>
            </a:extLst>
          </p:cNvPr>
          <p:cNvSpPr>
            <a:spLocks noGrp="1"/>
          </p:cNvSpPr>
          <p:nvPr>
            <p:ph type="body" sz="quarter" idx="16"/>
          </p:nvPr>
        </p:nvSpPr>
        <p:spPr>
          <a:xfrm>
            <a:off x="533400" y="2701514"/>
            <a:ext cx="6702896" cy="3058497"/>
          </a:xfrm>
        </p:spPr>
        <p:txBody>
          <a:bodyPr/>
          <a:lstStyle/>
          <a:p>
            <a:r>
              <a:rPr lang="en-US" sz="1200" dirty="0"/>
              <a:t>Carlota Corbella</a:t>
            </a:r>
            <a:r>
              <a:rPr lang="en-US" sz="1200" baseline="30000" dirty="0"/>
              <a:t>1,2,*</a:t>
            </a:r>
            <a:r>
              <a:rPr lang="en-US" sz="1200" dirty="0"/>
              <a:t>, Conall E. Ruth</a:t>
            </a:r>
            <a:r>
              <a:rPr lang="en-US" sz="1200" baseline="30000" dirty="0"/>
              <a:t>1,2</a:t>
            </a:r>
            <a:r>
              <a:rPr lang="en-US" sz="1200" dirty="0"/>
              <a:t>, Yuri Brugnara</a:t>
            </a:r>
            <a:r>
              <a:rPr lang="en-US" sz="1200" baseline="30000" dirty="0"/>
              <a:t>1,2,3</a:t>
            </a:r>
            <a:r>
              <a:rPr lang="en-US" sz="1200" dirty="0"/>
              <a:t>, Mariano Barriendos</a:t>
            </a:r>
            <a:r>
              <a:rPr lang="en-US" sz="1200" baseline="30000" dirty="0"/>
              <a:t>4</a:t>
            </a:r>
            <a:r>
              <a:rPr lang="en-US" sz="1200" dirty="0"/>
              <a:t>, Carla Mateus</a:t>
            </a:r>
            <a:r>
              <a:rPr lang="en-US" sz="1200" baseline="30000" dirty="0"/>
              <a:t>5</a:t>
            </a:r>
            <a:r>
              <a:rPr lang="en-US" sz="1200" dirty="0"/>
              <a:t>, </a:t>
            </a:r>
            <a:r>
              <a:rPr lang="en-US" sz="1200" dirty="0" err="1"/>
              <a:t>Rajmund</a:t>
            </a:r>
            <a:r>
              <a:rPr lang="en-US" sz="1200" dirty="0"/>
              <a:t> Przybylak</a:t>
            </a:r>
            <a:r>
              <a:rPr lang="en-US" sz="1200" baseline="30000" dirty="0"/>
              <a:t>6</a:t>
            </a:r>
            <a:r>
              <a:rPr lang="en-US" sz="1200" dirty="0"/>
              <a:t>, Dario Camuffo</a:t>
            </a:r>
            <a:r>
              <a:rPr lang="en-US" sz="1200" baseline="30000" dirty="0"/>
              <a:t>7,8</a:t>
            </a:r>
            <a:r>
              <a:rPr lang="en-US" sz="1200" dirty="0"/>
              <a:t>, Antonio </a:t>
            </a:r>
            <a:r>
              <a:rPr lang="en-US" sz="1200" dirty="0" err="1"/>
              <a:t>della</a:t>
            </a:r>
            <a:r>
              <a:rPr lang="en-US" sz="1200" dirty="0"/>
              <a:t> Valle</a:t>
            </a:r>
            <a:r>
              <a:rPr lang="en-US" sz="1200" baseline="30000" dirty="0"/>
              <a:t>7,8</a:t>
            </a:r>
            <a:r>
              <a:rPr lang="en-US" sz="1200" dirty="0"/>
              <a:t>, Francesca Becherini</a:t>
            </a:r>
            <a:r>
              <a:rPr lang="en-US" sz="1200" baseline="30000" dirty="0"/>
              <a:t>7,9</a:t>
            </a:r>
            <a:r>
              <a:rPr lang="en-US" sz="1200" dirty="0"/>
              <a:t>, Richard C. Cornes</a:t>
            </a:r>
            <a:r>
              <a:rPr lang="en-US" sz="1200" baseline="30000" dirty="0"/>
              <a:t>10</a:t>
            </a:r>
            <a:r>
              <a:rPr lang="en-US" sz="1200" dirty="0"/>
              <a:t>, Olesya Skrynyk</a:t>
            </a:r>
            <a:r>
              <a:rPr lang="en-US" sz="1200" baseline="30000" dirty="0"/>
              <a:t>11,12</a:t>
            </a:r>
            <a:r>
              <a:rPr lang="en-US" sz="1200" dirty="0"/>
              <a:t>, Vladyslav Sidenko</a:t>
            </a:r>
            <a:r>
              <a:rPr lang="en-US" sz="1200" baseline="30000" dirty="0"/>
              <a:t>12</a:t>
            </a:r>
            <a:r>
              <a:rPr lang="en-US" sz="1200" dirty="0"/>
              <a:t>, Stefan Brönnimann</a:t>
            </a:r>
            <a:r>
              <a:rPr lang="en-US" sz="1200" baseline="30000" dirty="0"/>
              <a:t>1,2</a:t>
            </a:r>
          </a:p>
          <a:p>
            <a:endParaRPr lang="LID4096" sz="1200" dirty="0"/>
          </a:p>
        </p:txBody>
      </p:sp>
      <p:pic>
        <p:nvPicPr>
          <p:cNvPr id="10" name="Picture 9">
            <a:extLst>
              <a:ext uri="{FF2B5EF4-FFF2-40B4-BE49-F238E27FC236}">
                <a16:creationId xmlns:a16="http://schemas.microsoft.com/office/drawing/2014/main" id="{88B5582C-6722-4E21-B598-C438B0321F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4702" y="978865"/>
            <a:ext cx="1629621" cy="350030"/>
          </a:xfrm>
          <a:prstGeom prst="rect">
            <a:avLst/>
          </a:prstGeom>
        </p:spPr>
      </p:pic>
      <p:pic>
        <p:nvPicPr>
          <p:cNvPr id="21" name="Picture 20">
            <a:extLst>
              <a:ext uri="{FF2B5EF4-FFF2-40B4-BE49-F238E27FC236}">
                <a16:creationId xmlns:a16="http://schemas.microsoft.com/office/drawing/2014/main" id="{D0DD20EC-89B5-47B7-B52B-329B6841E9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24552" y="414921"/>
            <a:ext cx="1467025" cy="482651"/>
          </a:xfrm>
          <a:prstGeom prst="rect">
            <a:avLst/>
          </a:prstGeom>
        </p:spPr>
      </p:pic>
      <p:sp>
        <p:nvSpPr>
          <p:cNvPr id="23" name="TextBox 22">
            <a:extLst>
              <a:ext uri="{FF2B5EF4-FFF2-40B4-BE49-F238E27FC236}">
                <a16:creationId xmlns:a16="http://schemas.microsoft.com/office/drawing/2014/main" id="{8221D88A-EF8F-464A-A500-C64D567B544A}"/>
              </a:ext>
            </a:extLst>
          </p:cNvPr>
          <p:cNvSpPr txBox="1"/>
          <p:nvPr/>
        </p:nvSpPr>
        <p:spPr>
          <a:xfrm>
            <a:off x="517004" y="3624575"/>
            <a:ext cx="8093595" cy="1323439"/>
          </a:xfrm>
          <a:prstGeom prst="rect">
            <a:avLst/>
          </a:prstGeom>
          <a:noFill/>
        </p:spPr>
        <p:txBody>
          <a:bodyPr wrap="square" numCol="2">
            <a:spAutoFit/>
          </a:bodyPr>
          <a:lstStyle/>
          <a:p>
            <a:pPr marL="228600" indent="-228600">
              <a:buFont typeface="+mj-lt"/>
              <a:buAutoNum type="arabicPeriod"/>
            </a:pPr>
            <a:r>
              <a:rPr kumimoji="0" lang="LID4096" altLang="LID4096" sz="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Oeschger Centre for Climate Change Research, University of Bern, Bern, Switzerland </a:t>
            </a:r>
            <a:endParaRPr lang="LID4096" sz="800" b="0" dirty="0">
              <a:latin typeface="Arial" panose="020B0604020202020204" pitchFamily="34" charset="0"/>
              <a:cs typeface="Arial" panose="020B060402020202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LID4096" altLang="LID4096" sz="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Institute of Geography, University of Bern, Bern, Switzerland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LID4096" altLang="LID4096" sz="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GeoSphere Austria, Vienna, Austria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lang="en-US" altLang="LID4096" sz="800" dirty="0">
                <a:latin typeface="Arial" panose="020B0604020202020204" pitchFamily="34" charset="0"/>
                <a:cs typeface="Arial" panose="020B0604020202020204" pitchFamily="34" charset="0"/>
              </a:rPr>
              <a:t>I</a:t>
            </a:r>
            <a:r>
              <a:rPr kumimoji="0" lang="LID4096" altLang="LID4096" sz="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DAEA-CSIC, Barcelona, Spain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LID4096" altLang="LID4096" sz="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ICARUS Climate Research Centre, Department of Geography, Maynooth University, Maynooth, Ireland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LID4096" altLang="LID4096" sz="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Department of Meteorology and Climatology, Faculty of Earth Sciences and Spatial Management, and Centre for Climate Change Research, Nicolaus Copernicus University, Toruń, Poland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LID4096" altLang="LID4096" sz="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Italian National Research Council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LID4096" altLang="LID4096" sz="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Institute of Atmospheric Sciences &amp; Climate, Italy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LID4096" altLang="LID4096" sz="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Institute of Polar Sciences, Italy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LID4096" altLang="LID4096" sz="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National Oceanography Centre, Southampton, UK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LID4096" altLang="LID4096" sz="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National University of Life and Environmental Sciences of Ukraine, Kyiv, Ukraine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LID4096" altLang="LID4096" sz="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Ukrainian Hydrometeorological Institute, Kyiv, Ukraine </a:t>
            </a:r>
            <a:endParaRPr kumimoji="0" lang="en-US" altLang="LID4096" sz="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endParaRPr lang="en-US" altLang="LID4096" sz="800" dirty="0">
              <a:latin typeface="Arial" panose="020B0604020202020204" pitchFamily="34" charset="0"/>
              <a:cs typeface="Arial" panose="020B0604020202020204" pitchFamily="34" charset="0"/>
            </a:endParaRPr>
          </a:p>
          <a:p>
            <a:pPr defTabSz="914400" eaLnBrk="0" fontAlgn="base" hangingPunct="0">
              <a:spcBef>
                <a:spcPct val="0"/>
              </a:spcBef>
              <a:spcAft>
                <a:spcPct val="0"/>
              </a:spcAft>
            </a:pPr>
            <a:r>
              <a:rPr lang="en-US" sz="800" b="1"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Corresponding author: Carlota Corbella (</a:t>
            </a:r>
            <a:r>
              <a:rPr lang="en-US" sz="800" dirty="0">
                <a:latin typeface="Arial" panose="020B0604020202020204" pitchFamily="34" charset="0"/>
                <a:cs typeface="Arial" panose="020B0604020202020204" pitchFamily="34" charset="0"/>
                <a:hlinkClick r:id="rId5"/>
              </a:rPr>
              <a:t>carlota.corbellaalcantara@unibe.ch</a:t>
            </a:r>
            <a:r>
              <a:rPr lang="en-US" sz="8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643864531"/>
      </p:ext>
    </p:extLst>
  </p:cSld>
  <p:clrMapOvr>
    <a:masterClrMapping/>
  </p:clrMapOvr>
  <mc:AlternateContent xmlns:mc="http://schemas.openxmlformats.org/markup-compatibility/2006" xmlns:p14="http://schemas.microsoft.com/office/powerpoint/2010/main">
    <mc:Choice Requires="p14">
      <p:transition spd="slow" p14:dur="2000" advTm="4023"/>
    </mc:Choice>
    <mc:Fallback xmlns="">
      <p:transition spd="slow" advTm="402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BF4A9A-A588-446E-AF1A-9971341EF14E}"/>
              </a:ext>
            </a:extLst>
          </p:cNvPr>
          <p:cNvSpPr>
            <a:spLocks noGrp="1"/>
          </p:cNvSpPr>
          <p:nvPr>
            <p:ph type="body" sz="quarter" idx="12"/>
          </p:nvPr>
        </p:nvSpPr>
        <p:spPr/>
        <p:txBody>
          <a:bodyPr/>
          <a:lstStyle/>
          <a:p>
            <a:r>
              <a:rPr lang="en-US" dirty="0"/>
              <a:t>Why daily data?</a:t>
            </a:r>
            <a:endParaRPr lang="LID4096" dirty="0"/>
          </a:p>
        </p:txBody>
      </p:sp>
      <p:sp>
        <p:nvSpPr>
          <p:cNvPr id="3" name="Footer Placeholder 2">
            <a:extLst>
              <a:ext uri="{FF2B5EF4-FFF2-40B4-BE49-F238E27FC236}">
                <a16:creationId xmlns:a16="http://schemas.microsoft.com/office/drawing/2014/main" id="{01048CF3-F7D2-4C6B-8A08-2134A2679658}"/>
              </a:ext>
            </a:extLst>
          </p:cNvPr>
          <p:cNvSpPr>
            <a:spLocks noGrp="1"/>
          </p:cNvSpPr>
          <p:nvPr>
            <p:ph type="ftr" sz="quarter" idx="17"/>
          </p:nvPr>
        </p:nvSpPr>
        <p:spPr/>
        <p:txBody>
          <a:bodyPr/>
          <a:lstStyle/>
          <a:p>
            <a:endParaRPr lang="de-CH" dirty="0"/>
          </a:p>
        </p:txBody>
      </p:sp>
      <p:sp>
        <p:nvSpPr>
          <p:cNvPr id="4" name="Slide Number Placeholder 3">
            <a:extLst>
              <a:ext uri="{FF2B5EF4-FFF2-40B4-BE49-F238E27FC236}">
                <a16:creationId xmlns:a16="http://schemas.microsoft.com/office/drawing/2014/main" id="{9B62192C-3A94-4955-B9E3-E2ACFB30BEBE}"/>
              </a:ext>
            </a:extLst>
          </p:cNvPr>
          <p:cNvSpPr>
            <a:spLocks noGrp="1"/>
          </p:cNvSpPr>
          <p:nvPr>
            <p:ph type="sldNum" sz="quarter" idx="18"/>
          </p:nvPr>
        </p:nvSpPr>
        <p:spPr/>
        <p:txBody>
          <a:bodyPr/>
          <a:lstStyle/>
          <a:p>
            <a:fld id="{E6639024-6672-4F87-864B-EA4FA9190A1A}" type="slidenum">
              <a:rPr lang="de-CH" smtClean="0"/>
              <a:pPr/>
              <a:t>2</a:t>
            </a:fld>
            <a:endParaRPr lang="de-CH" dirty="0"/>
          </a:p>
        </p:txBody>
      </p:sp>
      <p:sp>
        <p:nvSpPr>
          <p:cNvPr id="5" name="Title 4">
            <a:extLst>
              <a:ext uri="{FF2B5EF4-FFF2-40B4-BE49-F238E27FC236}">
                <a16:creationId xmlns:a16="http://schemas.microsoft.com/office/drawing/2014/main" id="{64B87DB4-4E5F-4EBC-9967-ADE0A21EDB55}"/>
              </a:ext>
            </a:extLst>
          </p:cNvPr>
          <p:cNvSpPr>
            <a:spLocks noGrp="1"/>
          </p:cNvSpPr>
          <p:nvPr>
            <p:ph type="title"/>
          </p:nvPr>
        </p:nvSpPr>
        <p:spPr/>
        <p:txBody>
          <a:bodyPr/>
          <a:lstStyle/>
          <a:p>
            <a:r>
              <a:rPr lang="en-US" dirty="0"/>
              <a:t>HIST-DAILY</a:t>
            </a:r>
            <a:endParaRPr lang="LID4096" dirty="0"/>
          </a:p>
        </p:txBody>
      </p:sp>
      <p:sp>
        <p:nvSpPr>
          <p:cNvPr id="7" name="Text Placeholder 6">
            <a:extLst>
              <a:ext uri="{FF2B5EF4-FFF2-40B4-BE49-F238E27FC236}">
                <a16:creationId xmlns:a16="http://schemas.microsoft.com/office/drawing/2014/main" id="{B3FA437A-404D-4119-B380-8860A72CA141}"/>
              </a:ext>
            </a:extLst>
          </p:cNvPr>
          <p:cNvSpPr>
            <a:spLocks noGrp="1"/>
          </p:cNvSpPr>
          <p:nvPr>
            <p:ph type="body" sz="quarter" idx="19"/>
          </p:nvPr>
        </p:nvSpPr>
        <p:spPr>
          <a:xfrm>
            <a:off x="2699792" y="4551990"/>
            <a:ext cx="6084208" cy="180000"/>
          </a:xfrm>
        </p:spPr>
        <p:txBody>
          <a:bodyPr/>
          <a:lstStyle/>
          <a:p>
            <a:r>
              <a:rPr lang="en-US" sz="700" dirty="0" err="1">
                <a:solidFill>
                  <a:schemeClr val="bg1">
                    <a:lumMod val="50000"/>
                  </a:schemeClr>
                </a:solidFill>
              </a:rPr>
              <a:t>Camuffo</a:t>
            </a:r>
            <a:r>
              <a:rPr lang="en-US" sz="700" dirty="0">
                <a:solidFill>
                  <a:schemeClr val="bg1">
                    <a:lumMod val="50000"/>
                  </a:schemeClr>
                </a:solidFill>
              </a:rPr>
              <a:t>, D., &amp; Jones, P. (2002). Improved Understanding of Past Climatic Variability from Early Daily European Instrumental Sources: Guest Editorial. In </a:t>
            </a:r>
            <a:r>
              <a:rPr lang="en-US" sz="700" i="1" dirty="0">
                <a:solidFill>
                  <a:schemeClr val="bg1">
                    <a:lumMod val="50000"/>
                  </a:schemeClr>
                </a:solidFill>
              </a:rPr>
              <a:t>Improved Understanding of Past Climatic Variability from Early Daily European Instrumental Sources</a:t>
            </a:r>
            <a:r>
              <a:rPr lang="en-US" sz="700" dirty="0">
                <a:solidFill>
                  <a:schemeClr val="bg1">
                    <a:lumMod val="50000"/>
                  </a:schemeClr>
                </a:solidFill>
              </a:rPr>
              <a:t> (pp. 1-4). Dordrecht: Springer Netherlands.</a:t>
            </a:r>
            <a:endParaRPr lang="LID4096" sz="700" dirty="0">
              <a:solidFill>
                <a:schemeClr val="bg1">
                  <a:lumMod val="50000"/>
                </a:schemeClr>
              </a:solidFill>
            </a:endParaRPr>
          </a:p>
        </p:txBody>
      </p:sp>
      <p:pic>
        <p:nvPicPr>
          <p:cNvPr id="32" name="Graphic 31">
            <a:extLst>
              <a:ext uri="{FF2B5EF4-FFF2-40B4-BE49-F238E27FC236}">
                <a16:creationId xmlns:a16="http://schemas.microsoft.com/office/drawing/2014/main" id="{CB46C3E0-EC3C-460B-AA61-B3042E5BEDA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1059103"/>
            <a:ext cx="9144000" cy="3200400"/>
          </a:xfrm>
          <a:prstGeom prst="rect">
            <a:avLst/>
          </a:prstGeom>
        </p:spPr>
      </p:pic>
      <p:sp>
        <p:nvSpPr>
          <p:cNvPr id="37" name="TextBox 36">
            <a:extLst>
              <a:ext uri="{FF2B5EF4-FFF2-40B4-BE49-F238E27FC236}">
                <a16:creationId xmlns:a16="http://schemas.microsoft.com/office/drawing/2014/main" id="{8857484C-4500-45AA-BD1E-E00FB19BD538}"/>
              </a:ext>
            </a:extLst>
          </p:cNvPr>
          <p:cNvSpPr txBox="1"/>
          <p:nvPr/>
        </p:nvSpPr>
        <p:spPr>
          <a:xfrm>
            <a:off x="7236296" y="1167165"/>
            <a:ext cx="1800200" cy="369332"/>
          </a:xfrm>
          <a:prstGeom prst="rect">
            <a:avLst/>
          </a:prstGeom>
          <a:noFill/>
        </p:spPr>
        <p:txBody>
          <a:bodyPr wrap="square" rtlCol="0">
            <a:spAutoFit/>
          </a:bodyPr>
          <a:lstStyle/>
          <a:p>
            <a:r>
              <a:rPr lang="en-US" dirty="0"/>
              <a:t>Monthly data</a:t>
            </a:r>
            <a:endParaRPr lang="LID4096" dirty="0"/>
          </a:p>
        </p:txBody>
      </p:sp>
      <p:sp>
        <p:nvSpPr>
          <p:cNvPr id="9" name="Rectangle 8">
            <a:extLst>
              <a:ext uri="{FF2B5EF4-FFF2-40B4-BE49-F238E27FC236}">
                <a16:creationId xmlns:a16="http://schemas.microsoft.com/office/drawing/2014/main" id="{B2C0C6E4-61B8-486F-BF5A-DB35B5ADCED2}"/>
              </a:ext>
            </a:extLst>
          </p:cNvPr>
          <p:cNvSpPr/>
          <p:nvPr/>
        </p:nvSpPr>
        <p:spPr>
          <a:xfrm>
            <a:off x="251520" y="936000"/>
            <a:ext cx="7416824" cy="92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1208639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3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BF4A9A-A588-446E-AF1A-9971341EF14E}"/>
              </a:ext>
            </a:extLst>
          </p:cNvPr>
          <p:cNvSpPr>
            <a:spLocks noGrp="1"/>
          </p:cNvSpPr>
          <p:nvPr>
            <p:ph type="body" sz="quarter" idx="12"/>
          </p:nvPr>
        </p:nvSpPr>
        <p:spPr/>
        <p:txBody>
          <a:bodyPr/>
          <a:lstStyle/>
          <a:p>
            <a:r>
              <a:rPr lang="en-US" dirty="0"/>
              <a:t>Why daily data?</a:t>
            </a:r>
            <a:endParaRPr lang="LID4096" dirty="0"/>
          </a:p>
        </p:txBody>
      </p:sp>
      <p:sp>
        <p:nvSpPr>
          <p:cNvPr id="3" name="Footer Placeholder 2">
            <a:extLst>
              <a:ext uri="{FF2B5EF4-FFF2-40B4-BE49-F238E27FC236}">
                <a16:creationId xmlns:a16="http://schemas.microsoft.com/office/drawing/2014/main" id="{01048CF3-F7D2-4C6B-8A08-2134A2679658}"/>
              </a:ext>
            </a:extLst>
          </p:cNvPr>
          <p:cNvSpPr>
            <a:spLocks noGrp="1"/>
          </p:cNvSpPr>
          <p:nvPr>
            <p:ph type="ftr" sz="quarter" idx="17"/>
          </p:nvPr>
        </p:nvSpPr>
        <p:spPr/>
        <p:txBody>
          <a:bodyPr/>
          <a:lstStyle/>
          <a:p>
            <a:endParaRPr lang="de-CH" dirty="0"/>
          </a:p>
        </p:txBody>
      </p:sp>
      <p:sp>
        <p:nvSpPr>
          <p:cNvPr id="4" name="Slide Number Placeholder 3">
            <a:extLst>
              <a:ext uri="{FF2B5EF4-FFF2-40B4-BE49-F238E27FC236}">
                <a16:creationId xmlns:a16="http://schemas.microsoft.com/office/drawing/2014/main" id="{9B62192C-3A94-4955-B9E3-E2ACFB30BEBE}"/>
              </a:ext>
            </a:extLst>
          </p:cNvPr>
          <p:cNvSpPr>
            <a:spLocks noGrp="1"/>
          </p:cNvSpPr>
          <p:nvPr>
            <p:ph type="sldNum" sz="quarter" idx="18"/>
          </p:nvPr>
        </p:nvSpPr>
        <p:spPr/>
        <p:txBody>
          <a:bodyPr/>
          <a:lstStyle/>
          <a:p>
            <a:r>
              <a:rPr lang="de-CH" dirty="0"/>
              <a:t>2</a:t>
            </a:r>
          </a:p>
        </p:txBody>
      </p:sp>
      <p:sp>
        <p:nvSpPr>
          <p:cNvPr id="5" name="Title 4">
            <a:extLst>
              <a:ext uri="{FF2B5EF4-FFF2-40B4-BE49-F238E27FC236}">
                <a16:creationId xmlns:a16="http://schemas.microsoft.com/office/drawing/2014/main" id="{64B87DB4-4E5F-4EBC-9967-ADE0A21EDB55}"/>
              </a:ext>
            </a:extLst>
          </p:cNvPr>
          <p:cNvSpPr>
            <a:spLocks noGrp="1"/>
          </p:cNvSpPr>
          <p:nvPr>
            <p:ph type="title"/>
          </p:nvPr>
        </p:nvSpPr>
        <p:spPr/>
        <p:txBody>
          <a:bodyPr/>
          <a:lstStyle/>
          <a:p>
            <a:r>
              <a:rPr lang="en-US" dirty="0"/>
              <a:t>HIST-DAILY</a:t>
            </a:r>
            <a:endParaRPr lang="LID4096" dirty="0"/>
          </a:p>
        </p:txBody>
      </p:sp>
      <p:pic>
        <p:nvPicPr>
          <p:cNvPr id="34" name="Graphic 33">
            <a:extLst>
              <a:ext uri="{FF2B5EF4-FFF2-40B4-BE49-F238E27FC236}">
                <a16:creationId xmlns:a16="http://schemas.microsoft.com/office/drawing/2014/main" id="{AFD2EB04-14BC-4476-97D9-F5D69DA4BBB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1059582"/>
            <a:ext cx="9144000" cy="3200401"/>
          </a:xfrm>
          <a:prstGeom prst="rect">
            <a:avLst/>
          </a:prstGeom>
        </p:spPr>
      </p:pic>
      <p:sp>
        <p:nvSpPr>
          <p:cNvPr id="11" name="TextBox 10">
            <a:extLst>
              <a:ext uri="{FF2B5EF4-FFF2-40B4-BE49-F238E27FC236}">
                <a16:creationId xmlns:a16="http://schemas.microsoft.com/office/drawing/2014/main" id="{61B79BBD-C1D6-4611-B96E-F212A0F28BE3}"/>
              </a:ext>
            </a:extLst>
          </p:cNvPr>
          <p:cNvSpPr txBox="1"/>
          <p:nvPr/>
        </p:nvSpPr>
        <p:spPr>
          <a:xfrm>
            <a:off x="7236296" y="1167165"/>
            <a:ext cx="1800200" cy="369332"/>
          </a:xfrm>
          <a:prstGeom prst="rect">
            <a:avLst/>
          </a:prstGeom>
          <a:noFill/>
        </p:spPr>
        <p:txBody>
          <a:bodyPr wrap="square" rtlCol="0">
            <a:spAutoFit/>
          </a:bodyPr>
          <a:lstStyle/>
          <a:p>
            <a:r>
              <a:rPr lang="en-US" dirty="0"/>
              <a:t>Monthly data</a:t>
            </a:r>
            <a:endParaRPr lang="LID4096" dirty="0"/>
          </a:p>
        </p:txBody>
      </p:sp>
      <p:sp>
        <p:nvSpPr>
          <p:cNvPr id="12" name="TextBox 11">
            <a:extLst>
              <a:ext uri="{FF2B5EF4-FFF2-40B4-BE49-F238E27FC236}">
                <a16:creationId xmlns:a16="http://schemas.microsoft.com/office/drawing/2014/main" id="{E544D7DF-1F91-4513-BADB-C37A2AAFF58F}"/>
              </a:ext>
            </a:extLst>
          </p:cNvPr>
          <p:cNvSpPr txBox="1"/>
          <p:nvPr/>
        </p:nvSpPr>
        <p:spPr>
          <a:xfrm>
            <a:off x="2987824" y="3422338"/>
            <a:ext cx="4968718" cy="369332"/>
          </a:xfrm>
          <a:prstGeom prst="rect">
            <a:avLst/>
          </a:prstGeom>
          <a:noFill/>
        </p:spPr>
        <p:txBody>
          <a:bodyPr wrap="square" rtlCol="0">
            <a:spAutoFit/>
          </a:bodyPr>
          <a:lstStyle/>
          <a:p>
            <a:r>
              <a:rPr lang="en-US" dirty="0"/>
              <a:t>1 month &lt; 0°C</a:t>
            </a:r>
            <a:endParaRPr lang="LID4096" dirty="0"/>
          </a:p>
        </p:txBody>
      </p:sp>
      <p:sp>
        <p:nvSpPr>
          <p:cNvPr id="10" name="Rectangle 9">
            <a:extLst>
              <a:ext uri="{FF2B5EF4-FFF2-40B4-BE49-F238E27FC236}">
                <a16:creationId xmlns:a16="http://schemas.microsoft.com/office/drawing/2014/main" id="{DC980B27-4D7A-47E6-AA93-D745A9064704}"/>
              </a:ext>
            </a:extLst>
          </p:cNvPr>
          <p:cNvSpPr/>
          <p:nvPr/>
        </p:nvSpPr>
        <p:spPr>
          <a:xfrm>
            <a:off x="251520" y="936000"/>
            <a:ext cx="7416824" cy="92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Text Placeholder 7">
            <a:extLst>
              <a:ext uri="{FF2B5EF4-FFF2-40B4-BE49-F238E27FC236}">
                <a16:creationId xmlns:a16="http://schemas.microsoft.com/office/drawing/2014/main" id="{95FD9ECE-1EBC-4C76-BB51-F86EDD5EA285}"/>
              </a:ext>
            </a:extLst>
          </p:cNvPr>
          <p:cNvSpPr>
            <a:spLocks noGrp="1"/>
          </p:cNvSpPr>
          <p:nvPr>
            <p:ph type="body" sz="quarter" idx="19"/>
          </p:nvPr>
        </p:nvSpPr>
        <p:spPr/>
        <p:txBody>
          <a:bodyPr/>
          <a:lstStyle/>
          <a:p>
            <a:endParaRPr lang="LID4096"/>
          </a:p>
        </p:txBody>
      </p:sp>
      <p:sp>
        <p:nvSpPr>
          <p:cNvPr id="13" name="Text Placeholder 6">
            <a:extLst>
              <a:ext uri="{FF2B5EF4-FFF2-40B4-BE49-F238E27FC236}">
                <a16:creationId xmlns:a16="http://schemas.microsoft.com/office/drawing/2014/main" id="{2D80CAB1-DBD1-45EB-857B-3BEF581B248E}"/>
              </a:ext>
            </a:extLst>
          </p:cNvPr>
          <p:cNvSpPr txBox="1">
            <a:spLocks/>
          </p:cNvSpPr>
          <p:nvPr/>
        </p:nvSpPr>
        <p:spPr>
          <a:xfrm>
            <a:off x="2699792" y="4551990"/>
            <a:ext cx="6084208" cy="180000"/>
          </a:xfrm>
          <a:prstGeom prst="rect">
            <a:avLst/>
          </a:prstGeom>
        </p:spPr>
        <p:txBody>
          <a:bodyPr vert="horz" lIns="36000" tIns="36000" rIns="36000" bIns="36000" rtlCol="0" anchor="ctr">
            <a:noAutofit/>
          </a:bodyPr>
          <a:lstStyle>
            <a:lvl1pPr marL="0" indent="0" algn="r" defTabSz="685800" rtl="0" eaLnBrk="1" latinLnBrk="0" hangingPunct="1">
              <a:lnSpc>
                <a:spcPct val="100000"/>
              </a:lnSpc>
              <a:spcBef>
                <a:spcPts val="0"/>
              </a:spcBef>
              <a:spcAft>
                <a:spcPts val="0"/>
              </a:spcAft>
              <a:buFont typeface="Symbol" panose="05050102010706020507" pitchFamily="18" charset="2"/>
              <a:buNone/>
              <a:defRPr sz="800" kern="1200" baseline="0">
                <a:solidFill>
                  <a:schemeClr val="tx1"/>
                </a:solidFill>
                <a:latin typeface="+mn-lt"/>
                <a:ea typeface="+mn-ea"/>
                <a:cs typeface="+mn-cs"/>
              </a:defRPr>
            </a:lvl1pPr>
            <a:lvl2pPr marL="432000" indent="-216000" algn="l" defTabSz="685800" rtl="0" eaLnBrk="1" latinLnBrk="0" hangingPunct="1">
              <a:lnSpc>
                <a:spcPct val="100000"/>
              </a:lnSpc>
              <a:spcBef>
                <a:spcPts val="200"/>
              </a:spcBef>
              <a:buFont typeface="Symbol" panose="05050102010706020507" pitchFamily="18" charset="2"/>
              <a:buChar char="-"/>
              <a:defRPr sz="1600" kern="1200">
                <a:solidFill>
                  <a:schemeClr val="tx1"/>
                </a:solidFill>
                <a:latin typeface="+mn-lt"/>
                <a:ea typeface="+mn-ea"/>
                <a:cs typeface="+mn-cs"/>
              </a:defRPr>
            </a:lvl2pPr>
            <a:lvl3pPr marL="648000" indent="-216000" algn="l" defTabSz="685800" rtl="0" eaLnBrk="1" latinLnBrk="0" hangingPunct="1">
              <a:lnSpc>
                <a:spcPct val="100000"/>
              </a:lnSpc>
              <a:spcBef>
                <a:spcPts val="200"/>
              </a:spcBef>
              <a:buFont typeface="Symbol" panose="05050102010706020507" pitchFamily="18" charset="2"/>
              <a:buChar char="-"/>
              <a:defRPr sz="1400" kern="1200">
                <a:solidFill>
                  <a:schemeClr val="tx1"/>
                </a:solidFill>
                <a:latin typeface="+mn-lt"/>
                <a:ea typeface="+mn-ea"/>
                <a:cs typeface="+mn-cs"/>
              </a:defRPr>
            </a:lvl3pPr>
            <a:lvl4pPr marL="864000" indent="-216000" algn="l" defTabSz="685800" rtl="0" eaLnBrk="1" latinLnBrk="0" hangingPunct="1">
              <a:lnSpc>
                <a:spcPct val="100000"/>
              </a:lnSpc>
              <a:spcBef>
                <a:spcPts val="200"/>
              </a:spcBef>
              <a:buFont typeface="Symbol" panose="05050102010706020507" pitchFamily="18" charset="2"/>
              <a:buChar char="-"/>
              <a:defRPr sz="1200" kern="1200">
                <a:solidFill>
                  <a:schemeClr val="tx1"/>
                </a:solidFill>
                <a:latin typeface="+mn-lt"/>
                <a:ea typeface="+mn-ea"/>
                <a:cs typeface="+mn-cs"/>
              </a:defRPr>
            </a:lvl4pPr>
            <a:lvl5pPr marL="1080000" indent="-216000" algn="l" defTabSz="685800" rtl="0" eaLnBrk="1" latinLnBrk="0" hangingPunct="1">
              <a:lnSpc>
                <a:spcPct val="100000"/>
              </a:lnSpc>
              <a:spcBef>
                <a:spcPts val="200"/>
              </a:spcBef>
              <a:buFont typeface="Symbol" panose="05050102010706020507" pitchFamily="18" charset="2"/>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700">
                <a:solidFill>
                  <a:schemeClr val="bg1">
                    <a:lumMod val="50000"/>
                  </a:schemeClr>
                </a:solidFill>
              </a:rPr>
              <a:t>Camuffo, D., &amp; Jones, P. (2002). Improved Understanding of Past Climatic Variability from Early Daily European Instrumental Sources: Guest Editorial. In </a:t>
            </a:r>
            <a:r>
              <a:rPr lang="en-US" sz="700" i="1">
                <a:solidFill>
                  <a:schemeClr val="bg1">
                    <a:lumMod val="50000"/>
                  </a:schemeClr>
                </a:solidFill>
              </a:rPr>
              <a:t>Improved Understanding of Past Climatic Variability from Early Daily European Instrumental Sources</a:t>
            </a:r>
            <a:r>
              <a:rPr lang="en-US" sz="700">
                <a:solidFill>
                  <a:schemeClr val="bg1">
                    <a:lumMod val="50000"/>
                  </a:schemeClr>
                </a:solidFill>
              </a:rPr>
              <a:t> (pp. 1-4). Dordrecht: Springer Netherlands.</a:t>
            </a:r>
            <a:endParaRPr lang="LID4096" sz="700" dirty="0">
              <a:solidFill>
                <a:schemeClr val="bg1">
                  <a:lumMod val="50000"/>
                </a:schemeClr>
              </a:solidFill>
            </a:endParaRPr>
          </a:p>
        </p:txBody>
      </p:sp>
    </p:spTree>
    <p:extLst>
      <p:ext uri="{BB962C8B-B14F-4D97-AF65-F5344CB8AC3E}">
        <p14:creationId xmlns:p14="http://schemas.microsoft.com/office/powerpoint/2010/main" val="4139274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BF4A9A-A588-446E-AF1A-9971341EF14E}"/>
              </a:ext>
            </a:extLst>
          </p:cNvPr>
          <p:cNvSpPr>
            <a:spLocks noGrp="1"/>
          </p:cNvSpPr>
          <p:nvPr>
            <p:ph type="body" sz="quarter" idx="12"/>
          </p:nvPr>
        </p:nvSpPr>
        <p:spPr/>
        <p:txBody>
          <a:bodyPr/>
          <a:lstStyle/>
          <a:p>
            <a:r>
              <a:rPr lang="en-US" dirty="0"/>
              <a:t>Why daily data?</a:t>
            </a:r>
            <a:endParaRPr lang="LID4096" dirty="0"/>
          </a:p>
        </p:txBody>
      </p:sp>
      <p:sp>
        <p:nvSpPr>
          <p:cNvPr id="3" name="Footer Placeholder 2">
            <a:extLst>
              <a:ext uri="{FF2B5EF4-FFF2-40B4-BE49-F238E27FC236}">
                <a16:creationId xmlns:a16="http://schemas.microsoft.com/office/drawing/2014/main" id="{01048CF3-F7D2-4C6B-8A08-2134A2679658}"/>
              </a:ext>
            </a:extLst>
          </p:cNvPr>
          <p:cNvSpPr>
            <a:spLocks noGrp="1"/>
          </p:cNvSpPr>
          <p:nvPr>
            <p:ph type="ftr" sz="quarter" idx="17"/>
          </p:nvPr>
        </p:nvSpPr>
        <p:spPr/>
        <p:txBody>
          <a:bodyPr/>
          <a:lstStyle/>
          <a:p>
            <a:endParaRPr lang="de-CH" dirty="0"/>
          </a:p>
        </p:txBody>
      </p:sp>
      <p:sp>
        <p:nvSpPr>
          <p:cNvPr id="4" name="Slide Number Placeholder 3">
            <a:extLst>
              <a:ext uri="{FF2B5EF4-FFF2-40B4-BE49-F238E27FC236}">
                <a16:creationId xmlns:a16="http://schemas.microsoft.com/office/drawing/2014/main" id="{9B62192C-3A94-4955-B9E3-E2ACFB30BEBE}"/>
              </a:ext>
            </a:extLst>
          </p:cNvPr>
          <p:cNvSpPr>
            <a:spLocks noGrp="1"/>
          </p:cNvSpPr>
          <p:nvPr>
            <p:ph type="sldNum" sz="quarter" idx="18"/>
          </p:nvPr>
        </p:nvSpPr>
        <p:spPr/>
        <p:txBody>
          <a:bodyPr/>
          <a:lstStyle/>
          <a:p>
            <a:r>
              <a:rPr lang="de-CH" dirty="0"/>
              <a:t>2</a:t>
            </a:r>
          </a:p>
        </p:txBody>
      </p:sp>
      <p:sp>
        <p:nvSpPr>
          <p:cNvPr id="5" name="Title 4">
            <a:extLst>
              <a:ext uri="{FF2B5EF4-FFF2-40B4-BE49-F238E27FC236}">
                <a16:creationId xmlns:a16="http://schemas.microsoft.com/office/drawing/2014/main" id="{64B87DB4-4E5F-4EBC-9967-ADE0A21EDB55}"/>
              </a:ext>
            </a:extLst>
          </p:cNvPr>
          <p:cNvSpPr>
            <a:spLocks noGrp="1"/>
          </p:cNvSpPr>
          <p:nvPr>
            <p:ph type="title"/>
          </p:nvPr>
        </p:nvSpPr>
        <p:spPr/>
        <p:txBody>
          <a:bodyPr/>
          <a:lstStyle/>
          <a:p>
            <a:r>
              <a:rPr lang="en-US" dirty="0"/>
              <a:t>HIST-DAILY</a:t>
            </a:r>
            <a:endParaRPr lang="LID4096" dirty="0"/>
          </a:p>
        </p:txBody>
      </p:sp>
      <p:sp>
        <p:nvSpPr>
          <p:cNvPr id="11" name="TextBox 10">
            <a:extLst>
              <a:ext uri="{FF2B5EF4-FFF2-40B4-BE49-F238E27FC236}">
                <a16:creationId xmlns:a16="http://schemas.microsoft.com/office/drawing/2014/main" id="{6DBDC4FE-D911-4D34-993D-67D19AF4A0EB}"/>
              </a:ext>
            </a:extLst>
          </p:cNvPr>
          <p:cNvSpPr txBox="1"/>
          <p:nvPr/>
        </p:nvSpPr>
        <p:spPr>
          <a:xfrm>
            <a:off x="7236296" y="1167165"/>
            <a:ext cx="1800200" cy="369332"/>
          </a:xfrm>
          <a:prstGeom prst="rect">
            <a:avLst/>
          </a:prstGeom>
          <a:noFill/>
        </p:spPr>
        <p:txBody>
          <a:bodyPr wrap="square" rtlCol="0">
            <a:spAutoFit/>
          </a:bodyPr>
          <a:lstStyle/>
          <a:p>
            <a:r>
              <a:rPr lang="en-US" dirty="0"/>
              <a:t>Daily means</a:t>
            </a:r>
            <a:endParaRPr lang="LID4096" dirty="0"/>
          </a:p>
        </p:txBody>
      </p:sp>
      <p:pic>
        <p:nvPicPr>
          <p:cNvPr id="8" name="Graphic 7">
            <a:extLst>
              <a:ext uri="{FF2B5EF4-FFF2-40B4-BE49-F238E27FC236}">
                <a16:creationId xmlns:a16="http://schemas.microsoft.com/office/drawing/2014/main" id="{2A5A1A66-2F77-4975-81C0-5116BF80E7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1044000"/>
            <a:ext cx="9144000" cy="3200400"/>
          </a:xfrm>
          <a:prstGeom prst="rect">
            <a:avLst/>
          </a:prstGeom>
        </p:spPr>
      </p:pic>
      <p:sp>
        <p:nvSpPr>
          <p:cNvPr id="9" name="Rectangle 8">
            <a:extLst>
              <a:ext uri="{FF2B5EF4-FFF2-40B4-BE49-F238E27FC236}">
                <a16:creationId xmlns:a16="http://schemas.microsoft.com/office/drawing/2014/main" id="{E2E8A718-1CA2-46AE-AAD1-B61593237768}"/>
              </a:ext>
            </a:extLst>
          </p:cNvPr>
          <p:cNvSpPr/>
          <p:nvPr/>
        </p:nvSpPr>
        <p:spPr>
          <a:xfrm>
            <a:off x="251520" y="936000"/>
            <a:ext cx="7416824" cy="92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Text Placeholder 9">
            <a:extLst>
              <a:ext uri="{FF2B5EF4-FFF2-40B4-BE49-F238E27FC236}">
                <a16:creationId xmlns:a16="http://schemas.microsoft.com/office/drawing/2014/main" id="{910325C8-2848-4EC1-A592-FD13E63F8C52}"/>
              </a:ext>
            </a:extLst>
          </p:cNvPr>
          <p:cNvSpPr>
            <a:spLocks noGrp="1"/>
          </p:cNvSpPr>
          <p:nvPr>
            <p:ph type="body" sz="quarter" idx="19"/>
          </p:nvPr>
        </p:nvSpPr>
        <p:spPr/>
        <p:txBody>
          <a:bodyPr/>
          <a:lstStyle/>
          <a:p>
            <a:endParaRPr lang="LID4096"/>
          </a:p>
        </p:txBody>
      </p:sp>
      <p:sp>
        <p:nvSpPr>
          <p:cNvPr id="12" name="Text Placeholder 6">
            <a:extLst>
              <a:ext uri="{FF2B5EF4-FFF2-40B4-BE49-F238E27FC236}">
                <a16:creationId xmlns:a16="http://schemas.microsoft.com/office/drawing/2014/main" id="{9FE6F786-481B-49B8-9D02-80FEBBDAB7F4}"/>
              </a:ext>
            </a:extLst>
          </p:cNvPr>
          <p:cNvSpPr txBox="1">
            <a:spLocks/>
          </p:cNvSpPr>
          <p:nvPr/>
        </p:nvSpPr>
        <p:spPr>
          <a:xfrm>
            <a:off x="2699792" y="4551990"/>
            <a:ext cx="6084208" cy="180000"/>
          </a:xfrm>
          <a:prstGeom prst="rect">
            <a:avLst/>
          </a:prstGeom>
        </p:spPr>
        <p:txBody>
          <a:bodyPr vert="horz" lIns="36000" tIns="36000" rIns="36000" bIns="36000" rtlCol="0" anchor="ctr">
            <a:noAutofit/>
          </a:bodyPr>
          <a:lstStyle>
            <a:lvl1pPr marL="0" indent="0" algn="r" defTabSz="685800" rtl="0" eaLnBrk="1" latinLnBrk="0" hangingPunct="1">
              <a:lnSpc>
                <a:spcPct val="100000"/>
              </a:lnSpc>
              <a:spcBef>
                <a:spcPts val="0"/>
              </a:spcBef>
              <a:spcAft>
                <a:spcPts val="0"/>
              </a:spcAft>
              <a:buFont typeface="Symbol" panose="05050102010706020507" pitchFamily="18" charset="2"/>
              <a:buNone/>
              <a:defRPr sz="800" kern="1200" baseline="0">
                <a:solidFill>
                  <a:schemeClr val="tx1"/>
                </a:solidFill>
                <a:latin typeface="+mn-lt"/>
                <a:ea typeface="+mn-ea"/>
                <a:cs typeface="+mn-cs"/>
              </a:defRPr>
            </a:lvl1pPr>
            <a:lvl2pPr marL="432000" indent="-216000" algn="l" defTabSz="685800" rtl="0" eaLnBrk="1" latinLnBrk="0" hangingPunct="1">
              <a:lnSpc>
                <a:spcPct val="100000"/>
              </a:lnSpc>
              <a:spcBef>
                <a:spcPts val="200"/>
              </a:spcBef>
              <a:buFont typeface="Symbol" panose="05050102010706020507" pitchFamily="18" charset="2"/>
              <a:buChar char="-"/>
              <a:defRPr sz="1600" kern="1200">
                <a:solidFill>
                  <a:schemeClr val="tx1"/>
                </a:solidFill>
                <a:latin typeface="+mn-lt"/>
                <a:ea typeface="+mn-ea"/>
                <a:cs typeface="+mn-cs"/>
              </a:defRPr>
            </a:lvl2pPr>
            <a:lvl3pPr marL="648000" indent="-216000" algn="l" defTabSz="685800" rtl="0" eaLnBrk="1" latinLnBrk="0" hangingPunct="1">
              <a:lnSpc>
                <a:spcPct val="100000"/>
              </a:lnSpc>
              <a:spcBef>
                <a:spcPts val="200"/>
              </a:spcBef>
              <a:buFont typeface="Symbol" panose="05050102010706020507" pitchFamily="18" charset="2"/>
              <a:buChar char="-"/>
              <a:defRPr sz="1400" kern="1200">
                <a:solidFill>
                  <a:schemeClr val="tx1"/>
                </a:solidFill>
                <a:latin typeface="+mn-lt"/>
                <a:ea typeface="+mn-ea"/>
                <a:cs typeface="+mn-cs"/>
              </a:defRPr>
            </a:lvl3pPr>
            <a:lvl4pPr marL="864000" indent="-216000" algn="l" defTabSz="685800" rtl="0" eaLnBrk="1" latinLnBrk="0" hangingPunct="1">
              <a:lnSpc>
                <a:spcPct val="100000"/>
              </a:lnSpc>
              <a:spcBef>
                <a:spcPts val="200"/>
              </a:spcBef>
              <a:buFont typeface="Symbol" panose="05050102010706020507" pitchFamily="18" charset="2"/>
              <a:buChar char="-"/>
              <a:defRPr sz="1200" kern="1200">
                <a:solidFill>
                  <a:schemeClr val="tx1"/>
                </a:solidFill>
                <a:latin typeface="+mn-lt"/>
                <a:ea typeface="+mn-ea"/>
                <a:cs typeface="+mn-cs"/>
              </a:defRPr>
            </a:lvl4pPr>
            <a:lvl5pPr marL="1080000" indent="-216000" algn="l" defTabSz="685800" rtl="0" eaLnBrk="1" latinLnBrk="0" hangingPunct="1">
              <a:lnSpc>
                <a:spcPct val="100000"/>
              </a:lnSpc>
              <a:spcBef>
                <a:spcPts val="200"/>
              </a:spcBef>
              <a:buFont typeface="Symbol" panose="05050102010706020507" pitchFamily="18" charset="2"/>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700">
                <a:solidFill>
                  <a:schemeClr val="bg1">
                    <a:lumMod val="50000"/>
                  </a:schemeClr>
                </a:solidFill>
              </a:rPr>
              <a:t>Camuffo, D., &amp; Jones, P. (2002). Improved Understanding of Past Climatic Variability from Early Daily European Instrumental Sources: Guest Editorial. In </a:t>
            </a:r>
            <a:r>
              <a:rPr lang="en-US" sz="700" i="1">
                <a:solidFill>
                  <a:schemeClr val="bg1">
                    <a:lumMod val="50000"/>
                  </a:schemeClr>
                </a:solidFill>
              </a:rPr>
              <a:t>Improved Understanding of Past Climatic Variability from Early Daily European Instrumental Sources</a:t>
            </a:r>
            <a:r>
              <a:rPr lang="en-US" sz="700">
                <a:solidFill>
                  <a:schemeClr val="bg1">
                    <a:lumMod val="50000"/>
                  </a:schemeClr>
                </a:solidFill>
              </a:rPr>
              <a:t> (pp. 1-4). Dordrecht: Springer Netherlands.</a:t>
            </a:r>
            <a:endParaRPr lang="LID4096" sz="700" dirty="0">
              <a:solidFill>
                <a:schemeClr val="bg1">
                  <a:lumMod val="50000"/>
                </a:schemeClr>
              </a:solidFill>
            </a:endParaRPr>
          </a:p>
        </p:txBody>
      </p:sp>
    </p:spTree>
    <p:extLst>
      <p:ext uri="{BB962C8B-B14F-4D97-AF65-F5344CB8AC3E}">
        <p14:creationId xmlns:p14="http://schemas.microsoft.com/office/powerpoint/2010/main" val="1269910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BF4A9A-A588-446E-AF1A-9971341EF14E}"/>
              </a:ext>
            </a:extLst>
          </p:cNvPr>
          <p:cNvSpPr>
            <a:spLocks noGrp="1"/>
          </p:cNvSpPr>
          <p:nvPr>
            <p:ph type="body" sz="quarter" idx="12"/>
          </p:nvPr>
        </p:nvSpPr>
        <p:spPr/>
        <p:txBody>
          <a:bodyPr/>
          <a:lstStyle/>
          <a:p>
            <a:r>
              <a:rPr lang="en-US" dirty="0"/>
              <a:t>Why daily data?</a:t>
            </a:r>
            <a:endParaRPr lang="LID4096" dirty="0"/>
          </a:p>
        </p:txBody>
      </p:sp>
      <p:sp>
        <p:nvSpPr>
          <p:cNvPr id="3" name="Footer Placeholder 2">
            <a:extLst>
              <a:ext uri="{FF2B5EF4-FFF2-40B4-BE49-F238E27FC236}">
                <a16:creationId xmlns:a16="http://schemas.microsoft.com/office/drawing/2014/main" id="{01048CF3-F7D2-4C6B-8A08-2134A2679658}"/>
              </a:ext>
            </a:extLst>
          </p:cNvPr>
          <p:cNvSpPr>
            <a:spLocks noGrp="1"/>
          </p:cNvSpPr>
          <p:nvPr>
            <p:ph type="ftr" sz="quarter" idx="17"/>
          </p:nvPr>
        </p:nvSpPr>
        <p:spPr/>
        <p:txBody>
          <a:bodyPr/>
          <a:lstStyle/>
          <a:p>
            <a:endParaRPr lang="de-CH" dirty="0"/>
          </a:p>
        </p:txBody>
      </p:sp>
      <p:sp>
        <p:nvSpPr>
          <p:cNvPr id="4" name="Slide Number Placeholder 3">
            <a:extLst>
              <a:ext uri="{FF2B5EF4-FFF2-40B4-BE49-F238E27FC236}">
                <a16:creationId xmlns:a16="http://schemas.microsoft.com/office/drawing/2014/main" id="{9B62192C-3A94-4955-B9E3-E2ACFB30BEBE}"/>
              </a:ext>
            </a:extLst>
          </p:cNvPr>
          <p:cNvSpPr>
            <a:spLocks noGrp="1"/>
          </p:cNvSpPr>
          <p:nvPr>
            <p:ph type="sldNum" sz="quarter" idx="18"/>
          </p:nvPr>
        </p:nvSpPr>
        <p:spPr/>
        <p:txBody>
          <a:bodyPr/>
          <a:lstStyle/>
          <a:p>
            <a:r>
              <a:rPr lang="de-CH" dirty="0"/>
              <a:t>3</a:t>
            </a:r>
          </a:p>
        </p:txBody>
      </p:sp>
      <p:sp>
        <p:nvSpPr>
          <p:cNvPr id="5" name="Title 4">
            <a:extLst>
              <a:ext uri="{FF2B5EF4-FFF2-40B4-BE49-F238E27FC236}">
                <a16:creationId xmlns:a16="http://schemas.microsoft.com/office/drawing/2014/main" id="{64B87DB4-4E5F-4EBC-9967-ADE0A21EDB55}"/>
              </a:ext>
            </a:extLst>
          </p:cNvPr>
          <p:cNvSpPr>
            <a:spLocks noGrp="1"/>
          </p:cNvSpPr>
          <p:nvPr>
            <p:ph type="title"/>
          </p:nvPr>
        </p:nvSpPr>
        <p:spPr/>
        <p:txBody>
          <a:bodyPr/>
          <a:lstStyle/>
          <a:p>
            <a:r>
              <a:rPr lang="en-US" dirty="0"/>
              <a:t>HIST-DAILY</a:t>
            </a:r>
            <a:endParaRPr lang="LID4096" dirty="0"/>
          </a:p>
        </p:txBody>
      </p:sp>
      <p:pic>
        <p:nvPicPr>
          <p:cNvPr id="36" name="Graphic 35">
            <a:extLst>
              <a:ext uri="{FF2B5EF4-FFF2-40B4-BE49-F238E27FC236}">
                <a16:creationId xmlns:a16="http://schemas.microsoft.com/office/drawing/2014/main" id="{96AAF3AD-295C-40AB-99D1-47E404014E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1059582"/>
            <a:ext cx="9144000" cy="3200400"/>
          </a:xfrm>
          <a:prstGeom prst="rect">
            <a:avLst/>
          </a:prstGeom>
        </p:spPr>
      </p:pic>
      <p:sp>
        <p:nvSpPr>
          <p:cNvPr id="11" name="TextBox 10">
            <a:extLst>
              <a:ext uri="{FF2B5EF4-FFF2-40B4-BE49-F238E27FC236}">
                <a16:creationId xmlns:a16="http://schemas.microsoft.com/office/drawing/2014/main" id="{6DBDC4FE-D911-4D34-993D-67D19AF4A0EB}"/>
              </a:ext>
            </a:extLst>
          </p:cNvPr>
          <p:cNvSpPr txBox="1"/>
          <p:nvPr/>
        </p:nvSpPr>
        <p:spPr>
          <a:xfrm>
            <a:off x="7236296" y="1167165"/>
            <a:ext cx="1800200" cy="369332"/>
          </a:xfrm>
          <a:prstGeom prst="rect">
            <a:avLst/>
          </a:prstGeom>
          <a:noFill/>
        </p:spPr>
        <p:txBody>
          <a:bodyPr wrap="square" rtlCol="0">
            <a:spAutoFit/>
          </a:bodyPr>
          <a:lstStyle/>
          <a:p>
            <a:r>
              <a:rPr lang="en-US" dirty="0"/>
              <a:t>Daily means</a:t>
            </a:r>
            <a:endParaRPr lang="LID4096" dirty="0"/>
          </a:p>
        </p:txBody>
      </p:sp>
      <p:sp>
        <p:nvSpPr>
          <p:cNvPr id="9" name="Rectangle 8">
            <a:extLst>
              <a:ext uri="{FF2B5EF4-FFF2-40B4-BE49-F238E27FC236}">
                <a16:creationId xmlns:a16="http://schemas.microsoft.com/office/drawing/2014/main" id="{4E33D052-6C48-400D-BF84-C224E983DE0D}"/>
              </a:ext>
            </a:extLst>
          </p:cNvPr>
          <p:cNvSpPr/>
          <p:nvPr/>
        </p:nvSpPr>
        <p:spPr>
          <a:xfrm>
            <a:off x="251520" y="936000"/>
            <a:ext cx="7416824" cy="92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Text Placeholder 7">
            <a:extLst>
              <a:ext uri="{FF2B5EF4-FFF2-40B4-BE49-F238E27FC236}">
                <a16:creationId xmlns:a16="http://schemas.microsoft.com/office/drawing/2014/main" id="{08BDE524-B403-474E-8C2D-35BDA1A11E7A}"/>
              </a:ext>
            </a:extLst>
          </p:cNvPr>
          <p:cNvSpPr>
            <a:spLocks noGrp="1"/>
          </p:cNvSpPr>
          <p:nvPr>
            <p:ph type="body" sz="quarter" idx="19"/>
          </p:nvPr>
        </p:nvSpPr>
        <p:spPr/>
        <p:txBody>
          <a:bodyPr/>
          <a:lstStyle/>
          <a:p>
            <a:endParaRPr lang="LID4096"/>
          </a:p>
        </p:txBody>
      </p:sp>
      <p:sp>
        <p:nvSpPr>
          <p:cNvPr id="12" name="Text Placeholder 6">
            <a:extLst>
              <a:ext uri="{FF2B5EF4-FFF2-40B4-BE49-F238E27FC236}">
                <a16:creationId xmlns:a16="http://schemas.microsoft.com/office/drawing/2014/main" id="{5F944A4C-D648-4151-98BA-F385F24DA585}"/>
              </a:ext>
            </a:extLst>
          </p:cNvPr>
          <p:cNvSpPr txBox="1">
            <a:spLocks/>
          </p:cNvSpPr>
          <p:nvPr/>
        </p:nvSpPr>
        <p:spPr>
          <a:xfrm>
            <a:off x="2699792" y="4551990"/>
            <a:ext cx="6084208" cy="180000"/>
          </a:xfrm>
          <a:prstGeom prst="rect">
            <a:avLst/>
          </a:prstGeom>
        </p:spPr>
        <p:txBody>
          <a:bodyPr vert="horz" lIns="36000" tIns="36000" rIns="36000" bIns="36000" rtlCol="0" anchor="ctr">
            <a:noAutofit/>
          </a:bodyPr>
          <a:lstStyle>
            <a:lvl1pPr marL="0" indent="0" algn="r" defTabSz="685800" rtl="0" eaLnBrk="1" latinLnBrk="0" hangingPunct="1">
              <a:lnSpc>
                <a:spcPct val="100000"/>
              </a:lnSpc>
              <a:spcBef>
                <a:spcPts val="0"/>
              </a:spcBef>
              <a:spcAft>
                <a:spcPts val="0"/>
              </a:spcAft>
              <a:buFont typeface="Symbol" panose="05050102010706020507" pitchFamily="18" charset="2"/>
              <a:buNone/>
              <a:defRPr sz="800" kern="1200" baseline="0">
                <a:solidFill>
                  <a:schemeClr val="tx1"/>
                </a:solidFill>
                <a:latin typeface="+mn-lt"/>
                <a:ea typeface="+mn-ea"/>
                <a:cs typeface="+mn-cs"/>
              </a:defRPr>
            </a:lvl1pPr>
            <a:lvl2pPr marL="432000" indent="-216000" algn="l" defTabSz="685800" rtl="0" eaLnBrk="1" latinLnBrk="0" hangingPunct="1">
              <a:lnSpc>
                <a:spcPct val="100000"/>
              </a:lnSpc>
              <a:spcBef>
                <a:spcPts val="200"/>
              </a:spcBef>
              <a:buFont typeface="Symbol" panose="05050102010706020507" pitchFamily="18" charset="2"/>
              <a:buChar char="-"/>
              <a:defRPr sz="1600" kern="1200">
                <a:solidFill>
                  <a:schemeClr val="tx1"/>
                </a:solidFill>
                <a:latin typeface="+mn-lt"/>
                <a:ea typeface="+mn-ea"/>
                <a:cs typeface="+mn-cs"/>
              </a:defRPr>
            </a:lvl2pPr>
            <a:lvl3pPr marL="648000" indent="-216000" algn="l" defTabSz="685800" rtl="0" eaLnBrk="1" latinLnBrk="0" hangingPunct="1">
              <a:lnSpc>
                <a:spcPct val="100000"/>
              </a:lnSpc>
              <a:spcBef>
                <a:spcPts val="200"/>
              </a:spcBef>
              <a:buFont typeface="Symbol" panose="05050102010706020507" pitchFamily="18" charset="2"/>
              <a:buChar char="-"/>
              <a:defRPr sz="1400" kern="1200">
                <a:solidFill>
                  <a:schemeClr val="tx1"/>
                </a:solidFill>
                <a:latin typeface="+mn-lt"/>
                <a:ea typeface="+mn-ea"/>
                <a:cs typeface="+mn-cs"/>
              </a:defRPr>
            </a:lvl3pPr>
            <a:lvl4pPr marL="864000" indent="-216000" algn="l" defTabSz="685800" rtl="0" eaLnBrk="1" latinLnBrk="0" hangingPunct="1">
              <a:lnSpc>
                <a:spcPct val="100000"/>
              </a:lnSpc>
              <a:spcBef>
                <a:spcPts val="200"/>
              </a:spcBef>
              <a:buFont typeface="Symbol" panose="05050102010706020507" pitchFamily="18" charset="2"/>
              <a:buChar char="-"/>
              <a:defRPr sz="1200" kern="1200">
                <a:solidFill>
                  <a:schemeClr val="tx1"/>
                </a:solidFill>
                <a:latin typeface="+mn-lt"/>
                <a:ea typeface="+mn-ea"/>
                <a:cs typeface="+mn-cs"/>
              </a:defRPr>
            </a:lvl4pPr>
            <a:lvl5pPr marL="1080000" indent="-216000" algn="l" defTabSz="685800" rtl="0" eaLnBrk="1" latinLnBrk="0" hangingPunct="1">
              <a:lnSpc>
                <a:spcPct val="100000"/>
              </a:lnSpc>
              <a:spcBef>
                <a:spcPts val="200"/>
              </a:spcBef>
              <a:buFont typeface="Symbol" panose="05050102010706020507" pitchFamily="18" charset="2"/>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700">
                <a:solidFill>
                  <a:schemeClr val="bg1">
                    <a:lumMod val="50000"/>
                  </a:schemeClr>
                </a:solidFill>
              </a:rPr>
              <a:t>Camuffo, D., &amp; Jones, P. (2002). Improved Understanding of Past Climatic Variability from Early Daily European Instrumental Sources: Guest Editorial. In </a:t>
            </a:r>
            <a:r>
              <a:rPr lang="en-US" sz="700" i="1">
                <a:solidFill>
                  <a:schemeClr val="bg1">
                    <a:lumMod val="50000"/>
                  </a:schemeClr>
                </a:solidFill>
              </a:rPr>
              <a:t>Improved Understanding of Past Climatic Variability from Early Daily European Instrumental Sources</a:t>
            </a:r>
            <a:r>
              <a:rPr lang="en-US" sz="700">
                <a:solidFill>
                  <a:schemeClr val="bg1">
                    <a:lumMod val="50000"/>
                  </a:schemeClr>
                </a:solidFill>
              </a:rPr>
              <a:t> (pp. 1-4). Dordrecht: Springer Netherlands.</a:t>
            </a:r>
            <a:endParaRPr lang="LID4096" sz="700" dirty="0">
              <a:solidFill>
                <a:schemeClr val="bg1">
                  <a:lumMod val="50000"/>
                </a:schemeClr>
              </a:solidFill>
            </a:endParaRPr>
          </a:p>
        </p:txBody>
      </p:sp>
    </p:spTree>
    <p:extLst>
      <p:ext uri="{BB962C8B-B14F-4D97-AF65-F5344CB8AC3E}">
        <p14:creationId xmlns:p14="http://schemas.microsoft.com/office/powerpoint/2010/main" val="2158443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BF4A9A-A588-446E-AF1A-9971341EF14E}"/>
              </a:ext>
            </a:extLst>
          </p:cNvPr>
          <p:cNvSpPr>
            <a:spLocks noGrp="1"/>
          </p:cNvSpPr>
          <p:nvPr>
            <p:ph type="body" sz="quarter" idx="12"/>
          </p:nvPr>
        </p:nvSpPr>
        <p:spPr/>
        <p:txBody>
          <a:bodyPr/>
          <a:lstStyle/>
          <a:p>
            <a:r>
              <a:rPr lang="en-US" dirty="0"/>
              <a:t>Why daily data?</a:t>
            </a:r>
            <a:endParaRPr lang="LID4096" dirty="0"/>
          </a:p>
        </p:txBody>
      </p:sp>
      <p:sp>
        <p:nvSpPr>
          <p:cNvPr id="3" name="Footer Placeholder 2">
            <a:extLst>
              <a:ext uri="{FF2B5EF4-FFF2-40B4-BE49-F238E27FC236}">
                <a16:creationId xmlns:a16="http://schemas.microsoft.com/office/drawing/2014/main" id="{01048CF3-F7D2-4C6B-8A08-2134A2679658}"/>
              </a:ext>
            </a:extLst>
          </p:cNvPr>
          <p:cNvSpPr>
            <a:spLocks noGrp="1"/>
          </p:cNvSpPr>
          <p:nvPr>
            <p:ph type="ftr" sz="quarter" idx="17"/>
          </p:nvPr>
        </p:nvSpPr>
        <p:spPr/>
        <p:txBody>
          <a:bodyPr/>
          <a:lstStyle/>
          <a:p>
            <a:endParaRPr lang="de-CH" dirty="0"/>
          </a:p>
        </p:txBody>
      </p:sp>
      <p:sp>
        <p:nvSpPr>
          <p:cNvPr id="4" name="Slide Number Placeholder 3">
            <a:extLst>
              <a:ext uri="{FF2B5EF4-FFF2-40B4-BE49-F238E27FC236}">
                <a16:creationId xmlns:a16="http://schemas.microsoft.com/office/drawing/2014/main" id="{9B62192C-3A94-4955-B9E3-E2ACFB30BEBE}"/>
              </a:ext>
            </a:extLst>
          </p:cNvPr>
          <p:cNvSpPr>
            <a:spLocks noGrp="1"/>
          </p:cNvSpPr>
          <p:nvPr>
            <p:ph type="sldNum" sz="quarter" idx="18"/>
          </p:nvPr>
        </p:nvSpPr>
        <p:spPr/>
        <p:txBody>
          <a:bodyPr/>
          <a:lstStyle/>
          <a:p>
            <a:r>
              <a:rPr lang="de-CH" dirty="0"/>
              <a:t>4</a:t>
            </a:r>
          </a:p>
        </p:txBody>
      </p:sp>
      <p:sp>
        <p:nvSpPr>
          <p:cNvPr id="5" name="Title 4">
            <a:extLst>
              <a:ext uri="{FF2B5EF4-FFF2-40B4-BE49-F238E27FC236}">
                <a16:creationId xmlns:a16="http://schemas.microsoft.com/office/drawing/2014/main" id="{64B87DB4-4E5F-4EBC-9967-ADE0A21EDB55}"/>
              </a:ext>
            </a:extLst>
          </p:cNvPr>
          <p:cNvSpPr>
            <a:spLocks noGrp="1"/>
          </p:cNvSpPr>
          <p:nvPr>
            <p:ph type="title"/>
          </p:nvPr>
        </p:nvSpPr>
        <p:spPr/>
        <p:txBody>
          <a:bodyPr/>
          <a:lstStyle/>
          <a:p>
            <a:r>
              <a:rPr lang="en-US" dirty="0"/>
              <a:t>HIST-DAILY</a:t>
            </a:r>
            <a:endParaRPr lang="LID4096" dirty="0"/>
          </a:p>
        </p:txBody>
      </p:sp>
      <p:pic>
        <p:nvPicPr>
          <p:cNvPr id="30" name="Graphic 29">
            <a:extLst>
              <a:ext uri="{FF2B5EF4-FFF2-40B4-BE49-F238E27FC236}">
                <a16:creationId xmlns:a16="http://schemas.microsoft.com/office/drawing/2014/main" id="{DE1298D9-89C8-4556-988A-631A1C4E11E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1059582"/>
            <a:ext cx="9144000" cy="3200400"/>
          </a:xfrm>
          <a:prstGeom prst="rect">
            <a:avLst/>
          </a:prstGeom>
        </p:spPr>
      </p:pic>
      <p:sp>
        <p:nvSpPr>
          <p:cNvPr id="11" name="TextBox 10">
            <a:extLst>
              <a:ext uri="{FF2B5EF4-FFF2-40B4-BE49-F238E27FC236}">
                <a16:creationId xmlns:a16="http://schemas.microsoft.com/office/drawing/2014/main" id="{47D0A90C-6C42-4D16-9CF5-A29A0FC3D44B}"/>
              </a:ext>
            </a:extLst>
          </p:cNvPr>
          <p:cNvSpPr txBox="1"/>
          <p:nvPr/>
        </p:nvSpPr>
        <p:spPr>
          <a:xfrm>
            <a:off x="7236296" y="1167165"/>
            <a:ext cx="1800200" cy="369332"/>
          </a:xfrm>
          <a:prstGeom prst="rect">
            <a:avLst/>
          </a:prstGeom>
          <a:noFill/>
        </p:spPr>
        <p:txBody>
          <a:bodyPr wrap="square" rtlCol="0">
            <a:spAutoFit/>
          </a:bodyPr>
          <a:lstStyle/>
          <a:p>
            <a:r>
              <a:rPr lang="en-US" dirty="0"/>
              <a:t>Daily means</a:t>
            </a:r>
            <a:endParaRPr lang="LID4096" dirty="0"/>
          </a:p>
        </p:txBody>
      </p:sp>
      <p:sp>
        <p:nvSpPr>
          <p:cNvPr id="6" name="!!box">
            <a:extLst>
              <a:ext uri="{FF2B5EF4-FFF2-40B4-BE49-F238E27FC236}">
                <a16:creationId xmlns:a16="http://schemas.microsoft.com/office/drawing/2014/main" id="{E9A03DE0-5A2F-419C-B972-E2864604D1C6}"/>
              </a:ext>
            </a:extLst>
          </p:cNvPr>
          <p:cNvSpPr/>
          <p:nvPr/>
        </p:nvSpPr>
        <p:spPr>
          <a:xfrm>
            <a:off x="2329345" y="2931790"/>
            <a:ext cx="1080120" cy="864096"/>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Rectangle 9">
            <a:extLst>
              <a:ext uri="{FF2B5EF4-FFF2-40B4-BE49-F238E27FC236}">
                <a16:creationId xmlns:a16="http://schemas.microsoft.com/office/drawing/2014/main" id="{E9EBE53F-90A7-49F7-9360-DEB2B8AA40E1}"/>
              </a:ext>
            </a:extLst>
          </p:cNvPr>
          <p:cNvSpPr/>
          <p:nvPr/>
        </p:nvSpPr>
        <p:spPr>
          <a:xfrm>
            <a:off x="251520" y="936000"/>
            <a:ext cx="7416824" cy="92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9" name="Text Placeholder 8">
            <a:extLst>
              <a:ext uri="{FF2B5EF4-FFF2-40B4-BE49-F238E27FC236}">
                <a16:creationId xmlns:a16="http://schemas.microsoft.com/office/drawing/2014/main" id="{2E48F76F-50F5-4703-A0C6-BAAF0B56DF3F}"/>
              </a:ext>
            </a:extLst>
          </p:cNvPr>
          <p:cNvSpPr>
            <a:spLocks noGrp="1"/>
          </p:cNvSpPr>
          <p:nvPr>
            <p:ph type="body" sz="quarter" idx="19"/>
          </p:nvPr>
        </p:nvSpPr>
        <p:spPr/>
        <p:txBody>
          <a:bodyPr/>
          <a:lstStyle/>
          <a:p>
            <a:endParaRPr lang="LID4096"/>
          </a:p>
        </p:txBody>
      </p:sp>
      <p:sp>
        <p:nvSpPr>
          <p:cNvPr id="13" name="Text Placeholder 6">
            <a:extLst>
              <a:ext uri="{FF2B5EF4-FFF2-40B4-BE49-F238E27FC236}">
                <a16:creationId xmlns:a16="http://schemas.microsoft.com/office/drawing/2014/main" id="{7581F24B-8C05-4004-A626-2AA65CE56451}"/>
              </a:ext>
            </a:extLst>
          </p:cNvPr>
          <p:cNvSpPr txBox="1">
            <a:spLocks/>
          </p:cNvSpPr>
          <p:nvPr/>
        </p:nvSpPr>
        <p:spPr>
          <a:xfrm>
            <a:off x="2699792" y="4551990"/>
            <a:ext cx="6084208" cy="180000"/>
          </a:xfrm>
          <a:prstGeom prst="rect">
            <a:avLst/>
          </a:prstGeom>
        </p:spPr>
        <p:txBody>
          <a:bodyPr vert="horz" lIns="36000" tIns="36000" rIns="36000" bIns="36000" rtlCol="0" anchor="ctr">
            <a:noAutofit/>
          </a:bodyPr>
          <a:lstStyle>
            <a:lvl1pPr marL="0" indent="0" algn="r" defTabSz="685800" rtl="0" eaLnBrk="1" latinLnBrk="0" hangingPunct="1">
              <a:lnSpc>
                <a:spcPct val="100000"/>
              </a:lnSpc>
              <a:spcBef>
                <a:spcPts val="0"/>
              </a:spcBef>
              <a:spcAft>
                <a:spcPts val="0"/>
              </a:spcAft>
              <a:buFont typeface="Symbol" panose="05050102010706020507" pitchFamily="18" charset="2"/>
              <a:buNone/>
              <a:defRPr sz="800" kern="1200" baseline="0">
                <a:solidFill>
                  <a:schemeClr val="tx1"/>
                </a:solidFill>
                <a:latin typeface="+mn-lt"/>
                <a:ea typeface="+mn-ea"/>
                <a:cs typeface="+mn-cs"/>
              </a:defRPr>
            </a:lvl1pPr>
            <a:lvl2pPr marL="432000" indent="-216000" algn="l" defTabSz="685800" rtl="0" eaLnBrk="1" latinLnBrk="0" hangingPunct="1">
              <a:lnSpc>
                <a:spcPct val="100000"/>
              </a:lnSpc>
              <a:spcBef>
                <a:spcPts val="200"/>
              </a:spcBef>
              <a:buFont typeface="Symbol" panose="05050102010706020507" pitchFamily="18" charset="2"/>
              <a:buChar char="-"/>
              <a:defRPr sz="1600" kern="1200">
                <a:solidFill>
                  <a:schemeClr val="tx1"/>
                </a:solidFill>
                <a:latin typeface="+mn-lt"/>
                <a:ea typeface="+mn-ea"/>
                <a:cs typeface="+mn-cs"/>
              </a:defRPr>
            </a:lvl2pPr>
            <a:lvl3pPr marL="648000" indent="-216000" algn="l" defTabSz="685800" rtl="0" eaLnBrk="1" latinLnBrk="0" hangingPunct="1">
              <a:lnSpc>
                <a:spcPct val="100000"/>
              </a:lnSpc>
              <a:spcBef>
                <a:spcPts val="200"/>
              </a:spcBef>
              <a:buFont typeface="Symbol" panose="05050102010706020507" pitchFamily="18" charset="2"/>
              <a:buChar char="-"/>
              <a:defRPr sz="1400" kern="1200">
                <a:solidFill>
                  <a:schemeClr val="tx1"/>
                </a:solidFill>
                <a:latin typeface="+mn-lt"/>
                <a:ea typeface="+mn-ea"/>
                <a:cs typeface="+mn-cs"/>
              </a:defRPr>
            </a:lvl3pPr>
            <a:lvl4pPr marL="864000" indent="-216000" algn="l" defTabSz="685800" rtl="0" eaLnBrk="1" latinLnBrk="0" hangingPunct="1">
              <a:lnSpc>
                <a:spcPct val="100000"/>
              </a:lnSpc>
              <a:spcBef>
                <a:spcPts val="200"/>
              </a:spcBef>
              <a:buFont typeface="Symbol" panose="05050102010706020507" pitchFamily="18" charset="2"/>
              <a:buChar char="-"/>
              <a:defRPr sz="1200" kern="1200">
                <a:solidFill>
                  <a:schemeClr val="tx1"/>
                </a:solidFill>
                <a:latin typeface="+mn-lt"/>
                <a:ea typeface="+mn-ea"/>
                <a:cs typeface="+mn-cs"/>
              </a:defRPr>
            </a:lvl4pPr>
            <a:lvl5pPr marL="1080000" indent="-216000" algn="l" defTabSz="685800" rtl="0" eaLnBrk="1" latinLnBrk="0" hangingPunct="1">
              <a:lnSpc>
                <a:spcPct val="100000"/>
              </a:lnSpc>
              <a:spcBef>
                <a:spcPts val="200"/>
              </a:spcBef>
              <a:buFont typeface="Symbol" panose="05050102010706020507" pitchFamily="18" charset="2"/>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700">
                <a:solidFill>
                  <a:schemeClr val="bg1">
                    <a:lumMod val="50000"/>
                  </a:schemeClr>
                </a:solidFill>
              </a:rPr>
              <a:t>Camuffo, D., &amp; Jones, P. (2002). Improved Understanding of Past Climatic Variability from Early Daily European Instrumental Sources: Guest Editorial. In </a:t>
            </a:r>
            <a:r>
              <a:rPr lang="en-US" sz="700" i="1">
                <a:solidFill>
                  <a:schemeClr val="bg1">
                    <a:lumMod val="50000"/>
                  </a:schemeClr>
                </a:solidFill>
              </a:rPr>
              <a:t>Improved Understanding of Past Climatic Variability from Early Daily European Instrumental Sources</a:t>
            </a:r>
            <a:r>
              <a:rPr lang="en-US" sz="700">
                <a:solidFill>
                  <a:schemeClr val="bg1">
                    <a:lumMod val="50000"/>
                  </a:schemeClr>
                </a:solidFill>
              </a:rPr>
              <a:t> (pp. 1-4). Dordrecht: Springer Netherlands.</a:t>
            </a:r>
            <a:endParaRPr lang="LID4096" sz="700" dirty="0">
              <a:solidFill>
                <a:schemeClr val="bg1">
                  <a:lumMod val="50000"/>
                </a:schemeClr>
              </a:solidFill>
            </a:endParaRPr>
          </a:p>
        </p:txBody>
      </p:sp>
    </p:spTree>
    <p:extLst>
      <p:ext uri="{BB962C8B-B14F-4D97-AF65-F5344CB8AC3E}">
        <p14:creationId xmlns:p14="http://schemas.microsoft.com/office/powerpoint/2010/main" val="3734984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A2A673-45EA-490E-A728-3EA00046628D}"/>
              </a:ext>
            </a:extLst>
          </p:cNvPr>
          <p:cNvSpPr>
            <a:spLocks noGrp="1"/>
          </p:cNvSpPr>
          <p:nvPr>
            <p:ph type="body" sz="quarter" idx="12"/>
          </p:nvPr>
        </p:nvSpPr>
        <p:spPr/>
        <p:txBody>
          <a:bodyPr/>
          <a:lstStyle/>
          <a:p>
            <a:r>
              <a:rPr lang="en-US" dirty="0"/>
              <a:t>Why sub-daily data?</a:t>
            </a:r>
            <a:endParaRPr lang="LID4096" dirty="0"/>
          </a:p>
        </p:txBody>
      </p:sp>
      <p:sp>
        <p:nvSpPr>
          <p:cNvPr id="3" name="Footer Placeholder 2">
            <a:extLst>
              <a:ext uri="{FF2B5EF4-FFF2-40B4-BE49-F238E27FC236}">
                <a16:creationId xmlns:a16="http://schemas.microsoft.com/office/drawing/2014/main" id="{EC89890D-932E-47D3-A3C4-D233CFF2003E}"/>
              </a:ext>
            </a:extLst>
          </p:cNvPr>
          <p:cNvSpPr>
            <a:spLocks noGrp="1"/>
          </p:cNvSpPr>
          <p:nvPr>
            <p:ph type="ftr" sz="quarter" idx="17"/>
          </p:nvPr>
        </p:nvSpPr>
        <p:spPr/>
        <p:txBody>
          <a:bodyPr/>
          <a:lstStyle/>
          <a:p>
            <a:endParaRPr lang="de-CH" dirty="0"/>
          </a:p>
        </p:txBody>
      </p:sp>
      <p:sp>
        <p:nvSpPr>
          <p:cNvPr id="4" name="Slide Number Placeholder 3">
            <a:extLst>
              <a:ext uri="{FF2B5EF4-FFF2-40B4-BE49-F238E27FC236}">
                <a16:creationId xmlns:a16="http://schemas.microsoft.com/office/drawing/2014/main" id="{DD9F5DD3-64D7-4BF5-94E9-482E863927C5}"/>
              </a:ext>
            </a:extLst>
          </p:cNvPr>
          <p:cNvSpPr>
            <a:spLocks noGrp="1"/>
          </p:cNvSpPr>
          <p:nvPr>
            <p:ph type="sldNum" sz="quarter" idx="18"/>
          </p:nvPr>
        </p:nvSpPr>
        <p:spPr/>
        <p:txBody>
          <a:bodyPr/>
          <a:lstStyle/>
          <a:p>
            <a:r>
              <a:rPr lang="de-CH" dirty="0"/>
              <a:t>5</a:t>
            </a:r>
          </a:p>
        </p:txBody>
      </p:sp>
      <p:sp>
        <p:nvSpPr>
          <p:cNvPr id="5" name="Title 4">
            <a:extLst>
              <a:ext uri="{FF2B5EF4-FFF2-40B4-BE49-F238E27FC236}">
                <a16:creationId xmlns:a16="http://schemas.microsoft.com/office/drawing/2014/main" id="{070D5500-271A-4B89-89C7-B8E82AE7CF04}"/>
              </a:ext>
            </a:extLst>
          </p:cNvPr>
          <p:cNvSpPr>
            <a:spLocks noGrp="1"/>
          </p:cNvSpPr>
          <p:nvPr>
            <p:ph type="title"/>
          </p:nvPr>
        </p:nvSpPr>
        <p:spPr/>
        <p:txBody>
          <a:bodyPr/>
          <a:lstStyle/>
          <a:p>
            <a:r>
              <a:rPr lang="en-US" dirty="0"/>
              <a:t>HIST-DAILY</a:t>
            </a:r>
            <a:endParaRPr lang="LID4096" dirty="0"/>
          </a:p>
        </p:txBody>
      </p:sp>
      <p:sp>
        <p:nvSpPr>
          <p:cNvPr id="7" name="Text Placeholder 6">
            <a:extLst>
              <a:ext uri="{FF2B5EF4-FFF2-40B4-BE49-F238E27FC236}">
                <a16:creationId xmlns:a16="http://schemas.microsoft.com/office/drawing/2014/main" id="{092338E1-9AC3-4FB4-A3D4-52AA73E49829}"/>
              </a:ext>
            </a:extLst>
          </p:cNvPr>
          <p:cNvSpPr>
            <a:spLocks noGrp="1"/>
          </p:cNvSpPr>
          <p:nvPr>
            <p:ph type="body" sz="quarter" idx="19"/>
          </p:nvPr>
        </p:nvSpPr>
        <p:spPr/>
        <p:txBody>
          <a:bodyPr/>
          <a:lstStyle/>
          <a:p>
            <a:endParaRPr lang="LID4096"/>
          </a:p>
        </p:txBody>
      </p:sp>
      <p:sp>
        <p:nvSpPr>
          <p:cNvPr id="14" name="!!box">
            <a:extLst>
              <a:ext uri="{FF2B5EF4-FFF2-40B4-BE49-F238E27FC236}">
                <a16:creationId xmlns:a16="http://schemas.microsoft.com/office/drawing/2014/main" id="{E18558E5-9B9B-455F-9116-DE897B1E22E7}"/>
              </a:ext>
            </a:extLst>
          </p:cNvPr>
          <p:cNvSpPr/>
          <p:nvPr/>
        </p:nvSpPr>
        <p:spPr>
          <a:xfrm>
            <a:off x="323528" y="1245571"/>
            <a:ext cx="8568952" cy="3198387"/>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20" name="Picture 19">
            <a:extLst>
              <a:ext uri="{FF2B5EF4-FFF2-40B4-BE49-F238E27FC236}">
                <a16:creationId xmlns:a16="http://schemas.microsoft.com/office/drawing/2014/main" id="{C3419E5D-8B4B-4941-AF29-8097F5398F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7976" y="1491630"/>
            <a:ext cx="8327282" cy="2733756"/>
          </a:xfrm>
          <a:prstGeom prst="rect">
            <a:avLst/>
          </a:prstGeom>
        </p:spPr>
      </p:pic>
      <p:sp>
        <p:nvSpPr>
          <p:cNvPr id="9" name="Rectangle 8">
            <a:extLst>
              <a:ext uri="{FF2B5EF4-FFF2-40B4-BE49-F238E27FC236}">
                <a16:creationId xmlns:a16="http://schemas.microsoft.com/office/drawing/2014/main" id="{A22ABA40-37B2-4488-BFD6-A8299D994976}"/>
              </a:ext>
            </a:extLst>
          </p:cNvPr>
          <p:cNvSpPr/>
          <p:nvPr/>
        </p:nvSpPr>
        <p:spPr>
          <a:xfrm>
            <a:off x="251520" y="936000"/>
            <a:ext cx="7416824" cy="92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6" name="Oval 5">
            <a:extLst>
              <a:ext uri="{FF2B5EF4-FFF2-40B4-BE49-F238E27FC236}">
                <a16:creationId xmlns:a16="http://schemas.microsoft.com/office/drawing/2014/main" id="{023D35AD-E183-4FD2-A1D7-C3D9B22E1380}"/>
              </a:ext>
            </a:extLst>
          </p:cNvPr>
          <p:cNvSpPr/>
          <p:nvPr/>
        </p:nvSpPr>
        <p:spPr>
          <a:xfrm>
            <a:off x="2411760" y="1923678"/>
            <a:ext cx="288032" cy="288032"/>
          </a:xfrm>
          <a:prstGeom prst="ellipse">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32723214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
            <a:extLst>
              <a:ext uri="{FF2B5EF4-FFF2-40B4-BE49-F238E27FC236}">
                <a16:creationId xmlns:a16="http://schemas.microsoft.com/office/drawing/2014/main" id="{84E63A6A-A65B-47EC-A174-F124CF8B001B}"/>
              </a:ext>
            </a:extLst>
          </p:cNvPr>
          <p:cNvPicPr>
            <a:picLocks noChangeAspect="1" noChangeArrowheads="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32980" t="38356" r="42285" b="35830"/>
          <a:stretch/>
        </p:blipFill>
        <p:spPr bwMode="auto">
          <a:xfrm>
            <a:off x="3923928" y="2211710"/>
            <a:ext cx="1296144" cy="1008112"/>
          </a:xfrm>
          <a:prstGeom prst="rect">
            <a:avLst/>
          </a:prstGeom>
          <a:noFill/>
          <a:extLst>
            <a:ext uri="{909E8E84-426E-40DD-AFC4-6F175D3DCCD1}">
              <a14:hiddenFill xmlns:a14="http://schemas.microsoft.com/office/drawing/2010/main">
                <a:solidFill>
                  <a:srgbClr val="FFFFFF"/>
                </a:solidFill>
              </a14:hiddenFill>
            </a:ext>
          </a:extLst>
        </p:spPr>
      </p:pic>
      <p:sp>
        <p:nvSpPr>
          <p:cNvPr id="8" name="Textplatzhalter 7"/>
          <p:cNvSpPr>
            <a:spLocks noGrp="1"/>
          </p:cNvSpPr>
          <p:nvPr>
            <p:ph type="body" sz="quarter" idx="12"/>
          </p:nvPr>
        </p:nvSpPr>
        <p:spPr/>
        <p:txBody>
          <a:bodyPr/>
          <a:lstStyle/>
          <a:p>
            <a:r>
              <a:rPr lang="en-US" dirty="0"/>
              <a:t>The Dataset</a:t>
            </a:r>
          </a:p>
        </p:txBody>
      </p:sp>
      <p:sp>
        <p:nvSpPr>
          <p:cNvPr id="7" name="Titel 6"/>
          <p:cNvSpPr>
            <a:spLocks noGrp="1"/>
          </p:cNvSpPr>
          <p:nvPr>
            <p:ph type="title"/>
          </p:nvPr>
        </p:nvSpPr>
        <p:spPr/>
        <p:txBody>
          <a:bodyPr/>
          <a:lstStyle/>
          <a:p>
            <a:r>
              <a:rPr lang="en-US" dirty="0"/>
              <a:t>HIST-DAILY	</a:t>
            </a:r>
          </a:p>
        </p:txBody>
      </p:sp>
      <p:sp>
        <p:nvSpPr>
          <p:cNvPr id="9" name="Textplatzhalter 8"/>
          <p:cNvSpPr>
            <a:spLocks noGrp="1"/>
          </p:cNvSpPr>
          <p:nvPr>
            <p:ph type="body" sz="quarter" idx="19"/>
          </p:nvPr>
        </p:nvSpPr>
        <p:spPr/>
        <p:txBody>
          <a:bodyPr/>
          <a:lstStyle/>
          <a:p>
            <a:endParaRPr lang="en-US"/>
          </a:p>
        </p:txBody>
      </p:sp>
      <p:sp>
        <p:nvSpPr>
          <p:cNvPr id="11" name="Fußzeilenplatzhalter 10"/>
          <p:cNvSpPr>
            <a:spLocks noGrp="1"/>
          </p:cNvSpPr>
          <p:nvPr>
            <p:ph type="ftr" sz="quarter" idx="17"/>
          </p:nvPr>
        </p:nvSpPr>
        <p:spPr/>
        <p:txBody>
          <a:bodyPr/>
          <a:lstStyle/>
          <a:p>
            <a:endParaRPr lang="de-CH" dirty="0"/>
          </a:p>
        </p:txBody>
      </p:sp>
      <p:sp>
        <p:nvSpPr>
          <p:cNvPr id="12" name="Foliennummernplatzhalter 11"/>
          <p:cNvSpPr>
            <a:spLocks noGrp="1"/>
          </p:cNvSpPr>
          <p:nvPr>
            <p:ph type="sldNum" sz="quarter" idx="18"/>
          </p:nvPr>
        </p:nvSpPr>
        <p:spPr/>
        <p:txBody>
          <a:bodyPr/>
          <a:lstStyle/>
          <a:p>
            <a:r>
              <a:rPr lang="de-CH" dirty="0"/>
              <a:t>6</a:t>
            </a:r>
          </a:p>
        </p:txBody>
      </p:sp>
      <p:pic>
        <p:nvPicPr>
          <p:cNvPr id="16" name="Picture 15">
            <a:extLst>
              <a:ext uri="{FF2B5EF4-FFF2-40B4-BE49-F238E27FC236}">
                <a16:creationId xmlns:a16="http://schemas.microsoft.com/office/drawing/2014/main" id="{1D1E70D2-C1EC-4E87-A18D-8AD9F6130F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40352" y="1059582"/>
            <a:ext cx="1082665" cy="245203"/>
          </a:xfrm>
          <a:prstGeom prst="rect">
            <a:avLst/>
          </a:prstGeom>
        </p:spPr>
      </p:pic>
      <p:sp>
        <p:nvSpPr>
          <p:cNvPr id="14" name="TextBox 13">
            <a:extLst>
              <a:ext uri="{FF2B5EF4-FFF2-40B4-BE49-F238E27FC236}">
                <a16:creationId xmlns:a16="http://schemas.microsoft.com/office/drawing/2014/main" id="{29B4625B-C5C1-473A-B3DE-F3A8F51D36EC}"/>
              </a:ext>
            </a:extLst>
          </p:cNvPr>
          <p:cNvSpPr txBox="1"/>
          <p:nvPr/>
        </p:nvSpPr>
        <p:spPr>
          <a:xfrm>
            <a:off x="529922" y="2142258"/>
            <a:ext cx="2385893" cy="1815882"/>
          </a:xfrm>
          <a:prstGeom prst="rect">
            <a:avLst/>
          </a:prstGeom>
          <a:noFill/>
        </p:spPr>
        <p:txBody>
          <a:bodyPr wrap="square">
            <a:spAutoFit/>
          </a:bodyPr>
          <a:lstStyle/>
          <a:p>
            <a:r>
              <a:rPr lang="en-US" sz="1400" dirty="0"/>
              <a:t>88 independent sources</a:t>
            </a:r>
          </a:p>
          <a:p>
            <a:pPr marL="285750" indent="-285750">
              <a:buFont typeface="Arial" panose="020B0604020202020204" pitchFamily="34" charset="0"/>
              <a:buChar char="•"/>
            </a:pPr>
            <a:r>
              <a:rPr lang="en-US" sz="1400" dirty="0"/>
              <a:t>Online databases (</a:t>
            </a:r>
            <a:r>
              <a:rPr lang="en-US" sz="1200" dirty="0"/>
              <a:t>CDS, ECA&amp;D, </a:t>
            </a:r>
            <a:r>
              <a:rPr lang="en-US" sz="1200" dirty="0" err="1"/>
              <a:t>GHCNd</a:t>
            </a:r>
            <a:r>
              <a:rPr lang="en-US" sz="1200" dirty="0"/>
              <a:t>, ISPD…</a:t>
            </a:r>
            <a:r>
              <a:rPr lang="en-US" sz="1400" dirty="0"/>
              <a:t>)</a:t>
            </a:r>
          </a:p>
          <a:p>
            <a:pPr marL="285750" indent="-285750">
              <a:buFont typeface="Arial" panose="020B0604020202020204" pitchFamily="34" charset="0"/>
              <a:buChar char="•"/>
            </a:pPr>
            <a:r>
              <a:rPr lang="en-US" sz="1400" dirty="0"/>
              <a:t>Journals, papers</a:t>
            </a:r>
          </a:p>
          <a:p>
            <a:pPr marL="285750" indent="-285750">
              <a:buFont typeface="Arial" panose="020B0604020202020204" pitchFamily="34" charset="0"/>
              <a:buChar char="•"/>
            </a:pPr>
            <a:r>
              <a:rPr lang="en-US" sz="1400" dirty="0"/>
              <a:t>Collaborations</a:t>
            </a:r>
          </a:p>
          <a:p>
            <a:pPr marL="285750" indent="-285750">
              <a:buFont typeface="Arial" panose="020B0604020202020204" pitchFamily="34" charset="0"/>
              <a:buChar char="•"/>
            </a:pPr>
            <a:r>
              <a:rPr lang="en-US" sz="1400" dirty="0"/>
              <a:t>Digitized manuscripts at the University of Bern (23.3% of total series)</a:t>
            </a:r>
            <a:endParaRPr lang="LID4096" sz="1400" dirty="0"/>
          </a:p>
        </p:txBody>
      </p:sp>
    </p:spTree>
    <p:extLst>
      <p:ext uri="{BB962C8B-B14F-4D97-AF65-F5344CB8AC3E}">
        <p14:creationId xmlns:p14="http://schemas.microsoft.com/office/powerpoint/2010/main" val="4273268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6DBC2E-25AF-4410-AA17-2BE57414EEB6}"/>
              </a:ext>
            </a:extLst>
          </p:cNvPr>
          <p:cNvSpPr/>
          <p:nvPr/>
        </p:nvSpPr>
        <p:spPr>
          <a:xfrm>
            <a:off x="251520" y="936000"/>
            <a:ext cx="7416824" cy="92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Textplatzhalter 7"/>
          <p:cNvSpPr>
            <a:spLocks noGrp="1"/>
          </p:cNvSpPr>
          <p:nvPr>
            <p:ph type="body" sz="quarter" idx="12"/>
          </p:nvPr>
        </p:nvSpPr>
        <p:spPr/>
        <p:txBody>
          <a:bodyPr/>
          <a:lstStyle/>
          <a:p>
            <a:r>
              <a:rPr lang="en-US" dirty="0"/>
              <a:t>The Dataset</a:t>
            </a:r>
          </a:p>
        </p:txBody>
      </p:sp>
      <p:sp>
        <p:nvSpPr>
          <p:cNvPr id="7" name="Titel 6"/>
          <p:cNvSpPr>
            <a:spLocks noGrp="1"/>
          </p:cNvSpPr>
          <p:nvPr>
            <p:ph type="title"/>
          </p:nvPr>
        </p:nvSpPr>
        <p:spPr/>
        <p:txBody>
          <a:bodyPr/>
          <a:lstStyle/>
          <a:p>
            <a:r>
              <a:rPr lang="en-US" dirty="0"/>
              <a:t>HIST-DAILY	</a:t>
            </a:r>
          </a:p>
        </p:txBody>
      </p:sp>
      <p:sp>
        <p:nvSpPr>
          <p:cNvPr id="9" name="Textplatzhalter 8"/>
          <p:cNvSpPr>
            <a:spLocks noGrp="1"/>
          </p:cNvSpPr>
          <p:nvPr>
            <p:ph type="body" sz="quarter" idx="19"/>
          </p:nvPr>
        </p:nvSpPr>
        <p:spPr/>
        <p:txBody>
          <a:bodyPr/>
          <a:lstStyle/>
          <a:p>
            <a:endParaRPr lang="en-US"/>
          </a:p>
        </p:txBody>
      </p:sp>
      <p:sp>
        <p:nvSpPr>
          <p:cNvPr id="11" name="Fußzeilenplatzhalter 10"/>
          <p:cNvSpPr>
            <a:spLocks noGrp="1"/>
          </p:cNvSpPr>
          <p:nvPr>
            <p:ph type="ftr" sz="quarter" idx="17"/>
          </p:nvPr>
        </p:nvSpPr>
        <p:spPr/>
        <p:txBody>
          <a:bodyPr/>
          <a:lstStyle/>
          <a:p>
            <a:endParaRPr lang="de-CH" dirty="0"/>
          </a:p>
        </p:txBody>
      </p:sp>
      <p:sp>
        <p:nvSpPr>
          <p:cNvPr id="12" name="Foliennummernplatzhalter 11"/>
          <p:cNvSpPr>
            <a:spLocks noGrp="1"/>
          </p:cNvSpPr>
          <p:nvPr>
            <p:ph type="sldNum" sz="quarter" idx="18"/>
          </p:nvPr>
        </p:nvSpPr>
        <p:spPr/>
        <p:txBody>
          <a:bodyPr/>
          <a:lstStyle/>
          <a:p>
            <a:r>
              <a:rPr lang="de-CH" dirty="0"/>
              <a:t>7</a:t>
            </a:r>
          </a:p>
        </p:txBody>
      </p:sp>
      <p:pic>
        <p:nvPicPr>
          <p:cNvPr id="1026" name="!!pic">
            <a:extLst>
              <a:ext uri="{FF2B5EF4-FFF2-40B4-BE49-F238E27FC236}">
                <a16:creationId xmlns:a16="http://schemas.microsoft.com/office/drawing/2014/main" id="{9F4D9E7D-78A3-40CC-99B1-B42936A8E215}"/>
              </a:ext>
            </a:extLst>
          </p:cNvPr>
          <p:cNvPicPr>
            <a:picLocks noChangeAspect="1" noChangeArrowheads="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1479" b="1479"/>
          <a:stretch/>
        </p:blipFill>
        <p:spPr bwMode="auto">
          <a:xfrm>
            <a:off x="2195735" y="771549"/>
            <a:ext cx="5240169" cy="378980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1D1E70D2-C1EC-4E87-A18D-8AD9F6130F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40352" y="1059582"/>
            <a:ext cx="1082665" cy="245203"/>
          </a:xfrm>
          <a:prstGeom prst="rect">
            <a:avLst/>
          </a:prstGeom>
        </p:spPr>
      </p:pic>
      <p:sp>
        <p:nvSpPr>
          <p:cNvPr id="17" name="TextBox 16">
            <a:extLst>
              <a:ext uri="{FF2B5EF4-FFF2-40B4-BE49-F238E27FC236}">
                <a16:creationId xmlns:a16="http://schemas.microsoft.com/office/drawing/2014/main" id="{234AB0F2-63E5-4B5A-8593-5D07D7AFCA25}"/>
              </a:ext>
            </a:extLst>
          </p:cNvPr>
          <p:cNvSpPr txBox="1"/>
          <p:nvPr/>
        </p:nvSpPr>
        <p:spPr>
          <a:xfrm>
            <a:off x="529922" y="2142258"/>
            <a:ext cx="2385893" cy="1815882"/>
          </a:xfrm>
          <a:prstGeom prst="rect">
            <a:avLst/>
          </a:prstGeom>
          <a:noFill/>
        </p:spPr>
        <p:txBody>
          <a:bodyPr wrap="square">
            <a:spAutoFit/>
          </a:bodyPr>
          <a:lstStyle/>
          <a:p>
            <a:r>
              <a:rPr lang="en-US" sz="1400" dirty="0"/>
              <a:t>88 independent sources</a:t>
            </a:r>
          </a:p>
          <a:p>
            <a:pPr marL="285750" indent="-285750">
              <a:buFont typeface="Arial" panose="020B0604020202020204" pitchFamily="34" charset="0"/>
              <a:buChar char="•"/>
            </a:pPr>
            <a:r>
              <a:rPr lang="en-US" sz="1400" dirty="0"/>
              <a:t>Online databases (</a:t>
            </a:r>
            <a:r>
              <a:rPr lang="en-US" sz="1200" dirty="0"/>
              <a:t>CDS, ECA&amp;D, </a:t>
            </a:r>
            <a:r>
              <a:rPr lang="en-US" sz="1200" dirty="0" err="1"/>
              <a:t>GHCNd</a:t>
            </a:r>
            <a:r>
              <a:rPr lang="en-US" sz="1200" dirty="0"/>
              <a:t>, ISPD…</a:t>
            </a:r>
            <a:r>
              <a:rPr lang="en-US" sz="1400" dirty="0"/>
              <a:t>)</a:t>
            </a:r>
          </a:p>
          <a:p>
            <a:pPr marL="285750" indent="-285750">
              <a:buFont typeface="Arial" panose="020B0604020202020204" pitchFamily="34" charset="0"/>
              <a:buChar char="•"/>
            </a:pPr>
            <a:r>
              <a:rPr lang="en-US" sz="1400" dirty="0"/>
              <a:t>Journals, papers</a:t>
            </a:r>
          </a:p>
          <a:p>
            <a:pPr marL="285750" indent="-285750">
              <a:buFont typeface="Arial" panose="020B0604020202020204" pitchFamily="34" charset="0"/>
              <a:buChar char="•"/>
            </a:pPr>
            <a:r>
              <a:rPr lang="en-US" sz="1400" dirty="0"/>
              <a:t>Collaborations</a:t>
            </a:r>
          </a:p>
          <a:p>
            <a:pPr marL="285750" indent="-285750">
              <a:buFont typeface="Arial" panose="020B0604020202020204" pitchFamily="34" charset="0"/>
              <a:buChar char="•"/>
            </a:pPr>
            <a:r>
              <a:rPr lang="en-US" sz="1400" dirty="0"/>
              <a:t>Digitized manuscripts at the University of Bern (23.3% of total series)</a:t>
            </a:r>
            <a:endParaRPr lang="LID4096" sz="1400" dirty="0"/>
          </a:p>
        </p:txBody>
      </p:sp>
    </p:spTree>
    <p:extLst>
      <p:ext uri="{BB962C8B-B14F-4D97-AF65-F5344CB8AC3E}">
        <p14:creationId xmlns:p14="http://schemas.microsoft.com/office/powerpoint/2010/main" val="975096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Graphic 24">
            <a:extLst>
              <a:ext uri="{FF2B5EF4-FFF2-40B4-BE49-F238E27FC236}">
                <a16:creationId xmlns:a16="http://schemas.microsoft.com/office/drawing/2014/main" id="{F07D0A29-AC69-4830-8D72-D3B08FF59DC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08027" y="963011"/>
            <a:ext cx="7059718" cy="4180489"/>
          </a:xfrm>
          <a:prstGeom prst="rect">
            <a:avLst/>
          </a:prstGeom>
        </p:spPr>
      </p:pic>
      <p:sp>
        <p:nvSpPr>
          <p:cNvPr id="10" name="Rectangle 9">
            <a:extLst>
              <a:ext uri="{FF2B5EF4-FFF2-40B4-BE49-F238E27FC236}">
                <a16:creationId xmlns:a16="http://schemas.microsoft.com/office/drawing/2014/main" id="{56182B31-54FC-48EE-9FF9-D1A50BEF09B6}"/>
              </a:ext>
            </a:extLst>
          </p:cNvPr>
          <p:cNvSpPr/>
          <p:nvPr/>
        </p:nvSpPr>
        <p:spPr>
          <a:xfrm>
            <a:off x="251520" y="936000"/>
            <a:ext cx="7416824" cy="92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 name="Textplatzhalter 7"/>
          <p:cNvSpPr>
            <a:spLocks noGrp="1"/>
          </p:cNvSpPr>
          <p:nvPr>
            <p:ph type="body" sz="quarter" idx="12"/>
          </p:nvPr>
        </p:nvSpPr>
        <p:spPr/>
        <p:txBody>
          <a:bodyPr/>
          <a:lstStyle/>
          <a:p>
            <a:r>
              <a:rPr lang="en-US" dirty="0"/>
              <a:t>The Dataset</a:t>
            </a:r>
          </a:p>
        </p:txBody>
      </p:sp>
      <p:sp>
        <p:nvSpPr>
          <p:cNvPr id="7" name="Titel 6"/>
          <p:cNvSpPr>
            <a:spLocks noGrp="1"/>
          </p:cNvSpPr>
          <p:nvPr>
            <p:ph type="title"/>
          </p:nvPr>
        </p:nvSpPr>
        <p:spPr/>
        <p:txBody>
          <a:bodyPr/>
          <a:lstStyle/>
          <a:p>
            <a:r>
              <a:rPr lang="en-US" dirty="0"/>
              <a:t>HIST-DAILY	</a:t>
            </a:r>
          </a:p>
        </p:txBody>
      </p:sp>
      <p:sp>
        <p:nvSpPr>
          <p:cNvPr id="9" name="Textplatzhalter 8"/>
          <p:cNvSpPr>
            <a:spLocks noGrp="1"/>
          </p:cNvSpPr>
          <p:nvPr>
            <p:ph type="body" sz="quarter" idx="19"/>
          </p:nvPr>
        </p:nvSpPr>
        <p:spPr/>
        <p:txBody>
          <a:bodyPr/>
          <a:lstStyle/>
          <a:p>
            <a:endParaRPr lang="en-US"/>
          </a:p>
        </p:txBody>
      </p:sp>
      <p:sp>
        <p:nvSpPr>
          <p:cNvPr id="11" name="Fußzeilenplatzhalter 10"/>
          <p:cNvSpPr>
            <a:spLocks noGrp="1"/>
          </p:cNvSpPr>
          <p:nvPr>
            <p:ph type="ftr" sz="quarter" idx="17"/>
          </p:nvPr>
        </p:nvSpPr>
        <p:spPr/>
        <p:txBody>
          <a:bodyPr/>
          <a:lstStyle/>
          <a:p>
            <a:endParaRPr lang="de-CH" dirty="0"/>
          </a:p>
        </p:txBody>
      </p:sp>
      <p:sp>
        <p:nvSpPr>
          <p:cNvPr id="12" name="Foliennummernplatzhalter 11"/>
          <p:cNvSpPr>
            <a:spLocks noGrp="1"/>
          </p:cNvSpPr>
          <p:nvPr>
            <p:ph type="sldNum" sz="quarter" idx="18"/>
          </p:nvPr>
        </p:nvSpPr>
        <p:spPr/>
        <p:txBody>
          <a:bodyPr/>
          <a:lstStyle/>
          <a:p>
            <a:r>
              <a:rPr lang="de-CH" dirty="0"/>
              <a:t>8</a:t>
            </a:r>
          </a:p>
        </p:txBody>
      </p:sp>
      <p:pic>
        <p:nvPicPr>
          <p:cNvPr id="2050" name="!!pic">
            <a:extLst>
              <a:ext uri="{FF2B5EF4-FFF2-40B4-BE49-F238E27FC236}">
                <a16:creationId xmlns:a16="http://schemas.microsoft.com/office/drawing/2014/main" id="{BEC3DAA4-0675-4B2A-8E8A-FC6129DDBF4A}"/>
              </a:ext>
            </a:extLst>
          </p:cNvPr>
          <p:cNvPicPr>
            <a:picLocks noChangeAspect="1" noChangeArrowheads="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2000" b="2000"/>
          <a:stretch/>
        </p:blipFill>
        <p:spPr bwMode="auto">
          <a:xfrm>
            <a:off x="4789447" y="972156"/>
            <a:ext cx="1703241" cy="163511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96072595-AE92-489A-AB92-305AB38CACF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40352" y="1059582"/>
            <a:ext cx="1082665" cy="245203"/>
          </a:xfrm>
          <a:prstGeom prst="rect">
            <a:avLst/>
          </a:prstGeom>
        </p:spPr>
      </p:pic>
      <p:grpSp>
        <p:nvGrpSpPr>
          <p:cNvPr id="5" name="Group 4">
            <a:extLst>
              <a:ext uri="{FF2B5EF4-FFF2-40B4-BE49-F238E27FC236}">
                <a16:creationId xmlns:a16="http://schemas.microsoft.com/office/drawing/2014/main" id="{45F0BEE7-2431-4B9F-9A5D-E3D81BDAB9B8}"/>
              </a:ext>
            </a:extLst>
          </p:cNvPr>
          <p:cNvGrpSpPr/>
          <p:nvPr/>
        </p:nvGrpSpPr>
        <p:grpSpPr>
          <a:xfrm>
            <a:off x="4139952" y="2232044"/>
            <a:ext cx="825762" cy="915770"/>
            <a:chOff x="4159119" y="2304052"/>
            <a:chExt cx="825762" cy="915770"/>
          </a:xfrm>
        </p:grpSpPr>
        <p:cxnSp>
          <p:nvCxnSpPr>
            <p:cNvPr id="3" name="Straight Arrow Connector 2">
              <a:extLst>
                <a:ext uri="{FF2B5EF4-FFF2-40B4-BE49-F238E27FC236}">
                  <a16:creationId xmlns:a16="http://schemas.microsoft.com/office/drawing/2014/main" id="{366D23EB-EE55-4B76-A13D-BE9AC2B5358C}"/>
                </a:ext>
              </a:extLst>
            </p:cNvPr>
            <p:cNvCxnSpPr>
              <a:cxnSpLocks/>
              <a:stCxn id="4" idx="2"/>
            </p:cNvCxnSpPr>
            <p:nvPr/>
          </p:nvCxnSpPr>
          <p:spPr>
            <a:xfrm>
              <a:off x="4572000" y="2734939"/>
              <a:ext cx="288032" cy="484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0A7943B-1404-419A-8221-2ABACBAD857E}"/>
                </a:ext>
              </a:extLst>
            </p:cNvPr>
            <p:cNvSpPr txBox="1"/>
            <p:nvPr/>
          </p:nvSpPr>
          <p:spPr>
            <a:xfrm>
              <a:off x="4159119" y="2304052"/>
              <a:ext cx="825762" cy="430887"/>
            </a:xfrm>
            <a:prstGeom prst="rect">
              <a:avLst/>
            </a:prstGeom>
            <a:noFill/>
          </p:spPr>
          <p:txBody>
            <a:bodyPr wrap="square" rtlCol="0">
              <a:spAutoFit/>
            </a:bodyPr>
            <a:lstStyle/>
            <a:p>
              <a:pPr algn="ctr"/>
              <a:r>
                <a:rPr lang="en-US" sz="1100" dirty="0"/>
                <a:t>Palatine Society</a:t>
              </a:r>
              <a:endParaRPr lang="LID4096" sz="1100" dirty="0"/>
            </a:p>
          </p:txBody>
        </p:sp>
      </p:grpSp>
      <p:grpSp>
        <p:nvGrpSpPr>
          <p:cNvPr id="15" name="Group 14">
            <a:extLst>
              <a:ext uri="{FF2B5EF4-FFF2-40B4-BE49-F238E27FC236}">
                <a16:creationId xmlns:a16="http://schemas.microsoft.com/office/drawing/2014/main" id="{C51560EE-4586-43F2-A83E-77DC7165D028}"/>
              </a:ext>
            </a:extLst>
          </p:cNvPr>
          <p:cNvGrpSpPr/>
          <p:nvPr/>
        </p:nvGrpSpPr>
        <p:grpSpPr>
          <a:xfrm>
            <a:off x="6404343" y="535344"/>
            <a:ext cx="1209830" cy="1779170"/>
            <a:chOff x="4481716" y="2269156"/>
            <a:chExt cx="1209830" cy="1779170"/>
          </a:xfrm>
        </p:grpSpPr>
        <p:cxnSp>
          <p:nvCxnSpPr>
            <p:cNvPr id="16" name="Straight Arrow Connector 15">
              <a:extLst>
                <a:ext uri="{FF2B5EF4-FFF2-40B4-BE49-F238E27FC236}">
                  <a16:creationId xmlns:a16="http://schemas.microsoft.com/office/drawing/2014/main" id="{03B16D55-479E-4944-9EFA-E209A6ECF501}"/>
                </a:ext>
              </a:extLst>
            </p:cNvPr>
            <p:cNvCxnSpPr>
              <a:cxnSpLocks/>
              <a:stCxn id="17" idx="2"/>
            </p:cNvCxnSpPr>
            <p:nvPr/>
          </p:nvCxnSpPr>
          <p:spPr>
            <a:xfrm flipH="1">
              <a:off x="5007803" y="3038597"/>
              <a:ext cx="78828" cy="10097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ACF88E4-87BF-4BED-8E08-9B41CB249618}"/>
                </a:ext>
              </a:extLst>
            </p:cNvPr>
            <p:cNvSpPr txBox="1"/>
            <p:nvPr/>
          </p:nvSpPr>
          <p:spPr>
            <a:xfrm>
              <a:off x="4481716" y="2269156"/>
              <a:ext cx="1209830" cy="769441"/>
            </a:xfrm>
            <a:prstGeom prst="rect">
              <a:avLst/>
            </a:prstGeom>
            <a:noFill/>
          </p:spPr>
          <p:txBody>
            <a:bodyPr wrap="square" rtlCol="0">
              <a:spAutoFit/>
            </a:bodyPr>
            <a:lstStyle/>
            <a:p>
              <a:pPr algn="ctr"/>
              <a:r>
                <a:rPr lang="en-US" sz="1100" dirty="0"/>
                <a:t>Establishment of national meteorological services</a:t>
              </a:r>
              <a:endParaRPr lang="LID4096" sz="1100" dirty="0"/>
            </a:p>
          </p:txBody>
        </p:sp>
      </p:grpSp>
    </p:spTree>
    <p:extLst>
      <p:ext uri="{BB962C8B-B14F-4D97-AF65-F5344CB8AC3E}">
        <p14:creationId xmlns:p14="http://schemas.microsoft.com/office/powerpoint/2010/main" val="13040245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D5D0A709-C1F9-4135-9D07-2BA720872DB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29824" y="1049574"/>
            <a:ext cx="6998560" cy="3812383"/>
          </a:xfrm>
          <a:prstGeom prst="rect">
            <a:avLst/>
          </a:prstGeom>
        </p:spPr>
      </p:pic>
      <p:sp>
        <p:nvSpPr>
          <p:cNvPr id="10" name="Rectangle 9">
            <a:extLst>
              <a:ext uri="{FF2B5EF4-FFF2-40B4-BE49-F238E27FC236}">
                <a16:creationId xmlns:a16="http://schemas.microsoft.com/office/drawing/2014/main" id="{0EA4470C-25C9-4A62-8BA3-28FEF6D54FE3}"/>
              </a:ext>
            </a:extLst>
          </p:cNvPr>
          <p:cNvSpPr/>
          <p:nvPr/>
        </p:nvSpPr>
        <p:spPr>
          <a:xfrm>
            <a:off x="251520" y="936000"/>
            <a:ext cx="7416824" cy="92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 name="Text Placeholder 1">
            <a:extLst>
              <a:ext uri="{FF2B5EF4-FFF2-40B4-BE49-F238E27FC236}">
                <a16:creationId xmlns:a16="http://schemas.microsoft.com/office/drawing/2014/main" id="{0BC84590-AC74-4974-80A4-EAA568CB8C87}"/>
              </a:ext>
            </a:extLst>
          </p:cNvPr>
          <p:cNvSpPr>
            <a:spLocks noGrp="1"/>
          </p:cNvSpPr>
          <p:nvPr>
            <p:ph type="body" sz="quarter" idx="12"/>
          </p:nvPr>
        </p:nvSpPr>
        <p:spPr/>
        <p:txBody>
          <a:bodyPr/>
          <a:lstStyle/>
          <a:p>
            <a:r>
              <a:rPr lang="en-US" dirty="0"/>
              <a:t>The Dataset</a:t>
            </a:r>
            <a:endParaRPr lang="LID4096" dirty="0"/>
          </a:p>
        </p:txBody>
      </p:sp>
      <p:sp>
        <p:nvSpPr>
          <p:cNvPr id="3" name="Footer Placeholder 2">
            <a:extLst>
              <a:ext uri="{FF2B5EF4-FFF2-40B4-BE49-F238E27FC236}">
                <a16:creationId xmlns:a16="http://schemas.microsoft.com/office/drawing/2014/main" id="{8BEF69AD-F1BF-4B0B-A88E-E24B8E40A6BE}"/>
              </a:ext>
            </a:extLst>
          </p:cNvPr>
          <p:cNvSpPr>
            <a:spLocks noGrp="1"/>
          </p:cNvSpPr>
          <p:nvPr>
            <p:ph type="ftr" sz="quarter" idx="17"/>
          </p:nvPr>
        </p:nvSpPr>
        <p:spPr/>
        <p:txBody>
          <a:bodyPr/>
          <a:lstStyle/>
          <a:p>
            <a:endParaRPr lang="de-CH" dirty="0"/>
          </a:p>
        </p:txBody>
      </p:sp>
      <p:sp>
        <p:nvSpPr>
          <p:cNvPr id="4" name="Slide Number Placeholder 3">
            <a:extLst>
              <a:ext uri="{FF2B5EF4-FFF2-40B4-BE49-F238E27FC236}">
                <a16:creationId xmlns:a16="http://schemas.microsoft.com/office/drawing/2014/main" id="{9CBFDF0C-B04E-4612-88FA-5839DD47DC01}"/>
              </a:ext>
            </a:extLst>
          </p:cNvPr>
          <p:cNvSpPr>
            <a:spLocks noGrp="1"/>
          </p:cNvSpPr>
          <p:nvPr>
            <p:ph type="sldNum" sz="quarter" idx="18"/>
          </p:nvPr>
        </p:nvSpPr>
        <p:spPr/>
        <p:txBody>
          <a:bodyPr/>
          <a:lstStyle/>
          <a:p>
            <a:r>
              <a:rPr lang="de-CH" dirty="0"/>
              <a:t>9</a:t>
            </a:r>
          </a:p>
        </p:txBody>
      </p:sp>
      <p:sp>
        <p:nvSpPr>
          <p:cNvPr id="5" name="Title 4">
            <a:extLst>
              <a:ext uri="{FF2B5EF4-FFF2-40B4-BE49-F238E27FC236}">
                <a16:creationId xmlns:a16="http://schemas.microsoft.com/office/drawing/2014/main" id="{C0198F81-6379-4966-A45B-7031B30EEAF7}"/>
              </a:ext>
            </a:extLst>
          </p:cNvPr>
          <p:cNvSpPr>
            <a:spLocks noGrp="1"/>
          </p:cNvSpPr>
          <p:nvPr>
            <p:ph type="title"/>
          </p:nvPr>
        </p:nvSpPr>
        <p:spPr/>
        <p:txBody>
          <a:bodyPr/>
          <a:lstStyle/>
          <a:p>
            <a:r>
              <a:rPr lang="en-US" dirty="0"/>
              <a:t>HIST-DAILY</a:t>
            </a:r>
            <a:endParaRPr lang="LID4096" dirty="0"/>
          </a:p>
        </p:txBody>
      </p:sp>
      <p:sp>
        <p:nvSpPr>
          <p:cNvPr id="7" name="Text Placeholder 6">
            <a:extLst>
              <a:ext uri="{FF2B5EF4-FFF2-40B4-BE49-F238E27FC236}">
                <a16:creationId xmlns:a16="http://schemas.microsoft.com/office/drawing/2014/main" id="{DDD49421-81AF-441F-862A-89C260083633}"/>
              </a:ext>
            </a:extLst>
          </p:cNvPr>
          <p:cNvSpPr>
            <a:spLocks noGrp="1"/>
          </p:cNvSpPr>
          <p:nvPr>
            <p:ph type="body" sz="quarter" idx="19"/>
          </p:nvPr>
        </p:nvSpPr>
        <p:spPr/>
        <p:txBody>
          <a:bodyPr/>
          <a:lstStyle/>
          <a:p>
            <a:endParaRPr lang="LID4096"/>
          </a:p>
        </p:txBody>
      </p:sp>
      <p:pic>
        <p:nvPicPr>
          <p:cNvPr id="8" name="Picture 7">
            <a:extLst>
              <a:ext uri="{FF2B5EF4-FFF2-40B4-BE49-F238E27FC236}">
                <a16:creationId xmlns:a16="http://schemas.microsoft.com/office/drawing/2014/main" id="{BA5FDBC4-DAB1-419A-81A7-1B5D8C1EB3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40352" y="1059582"/>
            <a:ext cx="1082665" cy="245203"/>
          </a:xfrm>
          <a:prstGeom prst="rect">
            <a:avLst/>
          </a:prstGeom>
        </p:spPr>
      </p:pic>
    </p:spTree>
    <p:extLst>
      <p:ext uri="{BB962C8B-B14F-4D97-AF65-F5344CB8AC3E}">
        <p14:creationId xmlns:p14="http://schemas.microsoft.com/office/powerpoint/2010/main" val="2300087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72E2F55-69CA-44B1-A4D7-73BC4B28356E}"/>
              </a:ext>
            </a:extLst>
          </p:cNvPr>
          <p:cNvSpPr>
            <a:spLocks noGrp="1"/>
          </p:cNvSpPr>
          <p:nvPr>
            <p:ph type="body" sz="quarter" idx="12"/>
          </p:nvPr>
        </p:nvSpPr>
        <p:spPr/>
        <p:txBody>
          <a:bodyPr/>
          <a:lstStyle/>
          <a:p>
            <a:r>
              <a:rPr lang="en-US" dirty="0"/>
              <a:t>Data Processing</a:t>
            </a:r>
            <a:endParaRPr lang="LID4096" dirty="0"/>
          </a:p>
        </p:txBody>
      </p:sp>
      <p:sp>
        <p:nvSpPr>
          <p:cNvPr id="3" name="Footer Placeholder 2">
            <a:extLst>
              <a:ext uri="{FF2B5EF4-FFF2-40B4-BE49-F238E27FC236}">
                <a16:creationId xmlns:a16="http://schemas.microsoft.com/office/drawing/2014/main" id="{930DBC73-BEB7-4F6B-9FD1-F71F2B21CDCF}"/>
              </a:ext>
            </a:extLst>
          </p:cNvPr>
          <p:cNvSpPr>
            <a:spLocks noGrp="1"/>
          </p:cNvSpPr>
          <p:nvPr>
            <p:ph type="ftr" sz="quarter" idx="17"/>
          </p:nvPr>
        </p:nvSpPr>
        <p:spPr/>
        <p:txBody>
          <a:bodyPr/>
          <a:lstStyle/>
          <a:p>
            <a:endParaRPr lang="de-CH" dirty="0"/>
          </a:p>
        </p:txBody>
      </p:sp>
      <p:sp>
        <p:nvSpPr>
          <p:cNvPr id="4" name="Slide Number Placeholder 3">
            <a:extLst>
              <a:ext uri="{FF2B5EF4-FFF2-40B4-BE49-F238E27FC236}">
                <a16:creationId xmlns:a16="http://schemas.microsoft.com/office/drawing/2014/main" id="{26583553-A7BE-47B6-AC94-B2225CA98794}"/>
              </a:ext>
            </a:extLst>
          </p:cNvPr>
          <p:cNvSpPr>
            <a:spLocks noGrp="1"/>
          </p:cNvSpPr>
          <p:nvPr>
            <p:ph type="sldNum" sz="quarter" idx="18"/>
          </p:nvPr>
        </p:nvSpPr>
        <p:spPr/>
        <p:txBody>
          <a:bodyPr/>
          <a:lstStyle/>
          <a:p>
            <a:r>
              <a:rPr lang="de-CH" dirty="0"/>
              <a:t>10</a:t>
            </a:r>
          </a:p>
        </p:txBody>
      </p:sp>
      <p:sp>
        <p:nvSpPr>
          <p:cNvPr id="5" name="Title 4">
            <a:extLst>
              <a:ext uri="{FF2B5EF4-FFF2-40B4-BE49-F238E27FC236}">
                <a16:creationId xmlns:a16="http://schemas.microsoft.com/office/drawing/2014/main" id="{A5C9307C-0424-499A-ACCC-6EB8A9500EB5}"/>
              </a:ext>
            </a:extLst>
          </p:cNvPr>
          <p:cNvSpPr>
            <a:spLocks noGrp="1"/>
          </p:cNvSpPr>
          <p:nvPr>
            <p:ph type="title"/>
          </p:nvPr>
        </p:nvSpPr>
        <p:spPr/>
        <p:txBody>
          <a:bodyPr/>
          <a:lstStyle/>
          <a:p>
            <a:r>
              <a:rPr lang="en-US" dirty="0"/>
              <a:t>HIST-DAILY</a:t>
            </a:r>
            <a:endParaRPr lang="LID4096" dirty="0"/>
          </a:p>
        </p:txBody>
      </p:sp>
      <p:pic>
        <p:nvPicPr>
          <p:cNvPr id="9" name="!!flow1">
            <a:extLst>
              <a:ext uri="{FF2B5EF4-FFF2-40B4-BE49-F238E27FC236}">
                <a16:creationId xmlns:a16="http://schemas.microsoft.com/office/drawing/2014/main" id="{90685C01-293E-4ECF-8ACF-A9D52DE9432A}"/>
              </a:ext>
            </a:extLst>
          </p:cNvPr>
          <p:cNvPicPr>
            <a:picLocks noGrp="1" noChangeAspect="1"/>
          </p:cNvPicPr>
          <p:nvPr>
            <p:ph sz="quarter" idx="20"/>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13136" r="59177" b="26697"/>
          <a:stretch/>
        </p:blipFill>
        <p:spPr>
          <a:xfrm>
            <a:off x="370820" y="1923678"/>
            <a:ext cx="3193068" cy="1368152"/>
          </a:xfrm>
        </p:spPr>
      </p:pic>
      <p:sp>
        <p:nvSpPr>
          <p:cNvPr id="7" name="Text Placeholder 6">
            <a:extLst>
              <a:ext uri="{FF2B5EF4-FFF2-40B4-BE49-F238E27FC236}">
                <a16:creationId xmlns:a16="http://schemas.microsoft.com/office/drawing/2014/main" id="{AB959F2A-0125-4BE4-A960-6BECEB6B71BB}"/>
              </a:ext>
            </a:extLst>
          </p:cNvPr>
          <p:cNvSpPr>
            <a:spLocks noGrp="1"/>
          </p:cNvSpPr>
          <p:nvPr>
            <p:ph type="body" sz="quarter" idx="19"/>
          </p:nvPr>
        </p:nvSpPr>
        <p:spPr/>
        <p:txBody>
          <a:bodyPr/>
          <a:lstStyle/>
          <a:p>
            <a:endParaRPr lang="LID4096"/>
          </a:p>
        </p:txBody>
      </p:sp>
      <p:sp>
        <p:nvSpPr>
          <p:cNvPr id="11" name="Rectangle 10">
            <a:extLst>
              <a:ext uri="{FF2B5EF4-FFF2-40B4-BE49-F238E27FC236}">
                <a16:creationId xmlns:a16="http://schemas.microsoft.com/office/drawing/2014/main" id="{2E877AFF-8158-4B3A-9CCF-44673CD0CDFD}"/>
              </a:ext>
            </a:extLst>
          </p:cNvPr>
          <p:cNvSpPr/>
          <p:nvPr/>
        </p:nvSpPr>
        <p:spPr>
          <a:xfrm>
            <a:off x="971600" y="2715766"/>
            <a:ext cx="360040" cy="576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Rectangle 11">
            <a:extLst>
              <a:ext uri="{FF2B5EF4-FFF2-40B4-BE49-F238E27FC236}">
                <a16:creationId xmlns:a16="http://schemas.microsoft.com/office/drawing/2014/main" id="{24A2E52F-B010-421F-8661-9FDEA12BDBA9}"/>
              </a:ext>
            </a:extLst>
          </p:cNvPr>
          <p:cNvSpPr/>
          <p:nvPr/>
        </p:nvSpPr>
        <p:spPr>
          <a:xfrm>
            <a:off x="3525040" y="1722544"/>
            <a:ext cx="360040" cy="12812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10" name="Picture 9">
            <a:extLst>
              <a:ext uri="{FF2B5EF4-FFF2-40B4-BE49-F238E27FC236}">
                <a16:creationId xmlns:a16="http://schemas.microsoft.com/office/drawing/2014/main" id="{EA7AFC8A-70DE-444B-82F8-0380727861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40352" y="1059582"/>
            <a:ext cx="1082665" cy="245203"/>
          </a:xfrm>
          <a:prstGeom prst="rect">
            <a:avLst/>
          </a:prstGeom>
        </p:spPr>
      </p:pic>
    </p:spTree>
    <p:extLst>
      <p:ext uri="{BB962C8B-B14F-4D97-AF65-F5344CB8AC3E}">
        <p14:creationId xmlns:p14="http://schemas.microsoft.com/office/powerpoint/2010/main" val="2518508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72E2F55-69CA-44B1-A4D7-73BC4B28356E}"/>
              </a:ext>
            </a:extLst>
          </p:cNvPr>
          <p:cNvSpPr>
            <a:spLocks noGrp="1"/>
          </p:cNvSpPr>
          <p:nvPr>
            <p:ph type="body" sz="quarter" idx="12"/>
          </p:nvPr>
        </p:nvSpPr>
        <p:spPr/>
        <p:txBody>
          <a:bodyPr/>
          <a:lstStyle/>
          <a:p>
            <a:r>
              <a:rPr lang="en-US" dirty="0"/>
              <a:t>Data Processing</a:t>
            </a:r>
            <a:endParaRPr lang="LID4096" dirty="0"/>
          </a:p>
        </p:txBody>
      </p:sp>
      <p:sp>
        <p:nvSpPr>
          <p:cNvPr id="3" name="Footer Placeholder 2">
            <a:extLst>
              <a:ext uri="{FF2B5EF4-FFF2-40B4-BE49-F238E27FC236}">
                <a16:creationId xmlns:a16="http://schemas.microsoft.com/office/drawing/2014/main" id="{930DBC73-BEB7-4F6B-9FD1-F71F2B21CDCF}"/>
              </a:ext>
            </a:extLst>
          </p:cNvPr>
          <p:cNvSpPr>
            <a:spLocks noGrp="1"/>
          </p:cNvSpPr>
          <p:nvPr>
            <p:ph type="ftr" sz="quarter" idx="17"/>
          </p:nvPr>
        </p:nvSpPr>
        <p:spPr/>
        <p:txBody>
          <a:bodyPr/>
          <a:lstStyle/>
          <a:p>
            <a:endParaRPr lang="de-CH" dirty="0"/>
          </a:p>
        </p:txBody>
      </p:sp>
      <p:sp>
        <p:nvSpPr>
          <p:cNvPr id="4" name="Slide Number Placeholder 3">
            <a:extLst>
              <a:ext uri="{FF2B5EF4-FFF2-40B4-BE49-F238E27FC236}">
                <a16:creationId xmlns:a16="http://schemas.microsoft.com/office/drawing/2014/main" id="{26583553-A7BE-47B6-AC94-B2225CA98794}"/>
              </a:ext>
            </a:extLst>
          </p:cNvPr>
          <p:cNvSpPr>
            <a:spLocks noGrp="1"/>
          </p:cNvSpPr>
          <p:nvPr>
            <p:ph type="sldNum" sz="quarter" idx="18"/>
          </p:nvPr>
        </p:nvSpPr>
        <p:spPr/>
        <p:txBody>
          <a:bodyPr/>
          <a:lstStyle/>
          <a:p>
            <a:r>
              <a:rPr lang="de-CH" dirty="0"/>
              <a:t>10</a:t>
            </a:r>
          </a:p>
        </p:txBody>
      </p:sp>
      <p:sp>
        <p:nvSpPr>
          <p:cNvPr id="5" name="Title 4">
            <a:extLst>
              <a:ext uri="{FF2B5EF4-FFF2-40B4-BE49-F238E27FC236}">
                <a16:creationId xmlns:a16="http://schemas.microsoft.com/office/drawing/2014/main" id="{A5C9307C-0424-499A-ACCC-6EB8A9500EB5}"/>
              </a:ext>
            </a:extLst>
          </p:cNvPr>
          <p:cNvSpPr>
            <a:spLocks noGrp="1"/>
          </p:cNvSpPr>
          <p:nvPr>
            <p:ph type="title"/>
          </p:nvPr>
        </p:nvSpPr>
        <p:spPr/>
        <p:txBody>
          <a:bodyPr/>
          <a:lstStyle/>
          <a:p>
            <a:r>
              <a:rPr lang="en-US" dirty="0"/>
              <a:t>HIST-DAILY</a:t>
            </a:r>
            <a:endParaRPr lang="LID4096" dirty="0"/>
          </a:p>
        </p:txBody>
      </p:sp>
      <p:pic>
        <p:nvPicPr>
          <p:cNvPr id="9" name="!!flow1">
            <a:extLst>
              <a:ext uri="{FF2B5EF4-FFF2-40B4-BE49-F238E27FC236}">
                <a16:creationId xmlns:a16="http://schemas.microsoft.com/office/drawing/2014/main" id="{90685C01-293E-4ECF-8ACF-A9D52DE9432A}"/>
              </a:ext>
            </a:extLst>
          </p:cNvPr>
          <p:cNvPicPr>
            <a:picLocks noGrp="1" noChangeAspect="1"/>
          </p:cNvPicPr>
          <p:nvPr>
            <p:ph sz="quarter" idx="20"/>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13136" r="30638" b="26697"/>
          <a:stretch/>
        </p:blipFill>
        <p:spPr>
          <a:xfrm>
            <a:off x="370820" y="1923678"/>
            <a:ext cx="5425316" cy="1368152"/>
          </a:xfrm>
        </p:spPr>
      </p:pic>
      <p:sp>
        <p:nvSpPr>
          <p:cNvPr id="7" name="Text Placeholder 6">
            <a:extLst>
              <a:ext uri="{FF2B5EF4-FFF2-40B4-BE49-F238E27FC236}">
                <a16:creationId xmlns:a16="http://schemas.microsoft.com/office/drawing/2014/main" id="{AB959F2A-0125-4BE4-A960-6BECEB6B71BB}"/>
              </a:ext>
            </a:extLst>
          </p:cNvPr>
          <p:cNvSpPr>
            <a:spLocks noGrp="1"/>
          </p:cNvSpPr>
          <p:nvPr>
            <p:ph type="body" sz="quarter" idx="19"/>
          </p:nvPr>
        </p:nvSpPr>
        <p:spPr/>
        <p:txBody>
          <a:bodyPr/>
          <a:lstStyle/>
          <a:p>
            <a:endParaRPr lang="LID4096"/>
          </a:p>
        </p:txBody>
      </p:sp>
      <p:sp>
        <p:nvSpPr>
          <p:cNvPr id="8" name="Rectangle 7">
            <a:extLst>
              <a:ext uri="{FF2B5EF4-FFF2-40B4-BE49-F238E27FC236}">
                <a16:creationId xmlns:a16="http://schemas.microsoft.com/office/drawing/2014/main" id="{8208EA66-D7FD-43C6-B2C1-63ED8190E740}"/>
              </a:ext>
            </a:extLst>
          </p:cNvPr>
          <p:cNvSpPr/>
          <p:nvPr/>
        </p:nvSpPr>
        <p:spPr>
          <a:xfrm>
            <a:off x="971600" y="2715766"/>
            <a:ext cx="360040" cy="576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Rectangle 9">
            <a:extLst>
              <a:ext uri="{FF2B5EF4-FFF2-40B4-BE49-F238E27FC236}">
                <a16:creationId xmlns:a16="http://schemas.microsoft.com/office/drawing/2014/main" id="{D52A2BB3-DE14-429C-942D-BF0E68B5DFCD}"/>
              </a:ext>
            </a:extLst>
          </p:cNvPr>
          <p:cNvSpPr/>
          <p:nvPr/>
        </p:nvSpPr>
        <p:spPr>
          <a:xfrm>
            <a:off x="4600827" y="3255939"/>
            <a:ext cx="1627357" cy="4679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11" name="Picture 10">
            <a:extLst>
              <a:ext uri="{FF2B5EF4-FFF2-40B4-BE49-F238E27FC236}">
                <a16:creationId xmlns:a16="http://schemas.microsoft.com/office/drawing/2014/main" id="{BB890554-9CF0-4964-8986-50062E98C2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40352" y="1059582"/>
            <a:ext cx="1082665" cy="245203"/>
          </a:xfrm>
          <a:prstGeom prst="rect">
            <a:avLst/>
          </a:prstGeom>
        </p:spPr>
      </p:pic>
    </p:spTree>
    <p:extLst>
      <p:ext uri="{BB962C8B-B14F-4D97-AF65-F5344CB8AC3E}">
        <p14:creationId xmlns:p14="http://schemas.microsoft.com/office/powerpoint/2010/main" val="29489770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flow1">
            <a:extLst>
              <a:ext uri="{FF2B5EF4-FFF2-40B4-BE49-F238E27FC236}">
                <a16:creationId xmlns:a16="http://schemas.microsoft.com/office/drawing/2014/main" id="{A8443744-3725-40F0-B7A9-F0A02D413FD2}"/>
              </a:ext>
            </a:extLst>
          </p:cNvPr>
          <p:cNvPicPr>
            <a:picLocks noChangeAspect="1"/>
          </p:cNvPicPr>
          <p:nvPr/>
        </p:nvPicPr>
        <p:blipFill rotWithShape="1">
          <a:blip r:embed="rId3">
            <a:extLst>
              <a:ext uri="{28A0092B-C50C-407E-A947-70E740481C1C}">
                <a14:useLocalDpi xmlns:a14="http://schemas.microsoft.com/office/drawing/2010/main" val="0"/>
              </a:ext>
            </a:extLst>
          </a:blip>
          <a:srcRect b="26697"/>
          <a:stretch/>
        </p:blipFill>
        <p:spPr>
          <a:xfrm>
            <a:off x="375336" y="1624975"/>
            <a:ext cx="7812715" cy="1666855"/>
          </a:xfrm>
          <a:prstGeom prst="rect">
            <a:avLst/>
          </a:prstGeom>
        </p:spPr>
      </p:pic>
      <p:sp>
        <p:nvSpPr>
          <p:cNvPr id="2" name="Text Placeholder 1">
            <a:extLst>
              <a:ext uri="{FF2B5EF4-FFF2-40B4-BE49-F238E27FC236}">
                <a16:creationId xmlns:a16="http://schemas.microsoft.com/office/drawing/2014/main" id="{B72E2F55-69CA-44B1-A4D7-73BC4B28356E}"/>
              </a:ext>
            </a:extLst>
          </p:cNvPr>
          <p:cNvSpPr>
            <a:spLocks noGrp="1"/>
          </p:cNvSpPr>
          <p:nvPr>
            <p:ph type="body" sz="quarter" idx="12"/>
          </p:nvPr>
        </p:nvSpPr>
        <p:spPr/>
        <p:txBody>
          <a:bodyPr/>
          <a:lstStyle/>
          <a:p>
            <a:r>
              <a:rPr lang="en-US" dirty="0"/>
              <a:t>Data Processing</a:t>
            </a:r>
            <a:endParaRPr lang="LID4096" dirty="0"/>
          </a:p>
        </p:txBody>
      </p:sp>
      <p:sp>
        <p:nvSpPr>
          <p:cNvPr id="3" name="Footer Placeholder 2">
            <a:extLst>
              <a:ext uri="{FF2B5EF4-FFF2-40B4-BE49-F238E27FC236}">
                <a16:creationId xmlns:a16="http://schemas.microsoft.com/office/drawing/2014/main" id="{930DBC73-BEB7-4F6B-9FD1-F71F2B21CDCF}"/>
              </a:ext>
            </a:extLst>
          </p:cNvPr>
          <p:cNvSpPr>
            <a:spLocks noGrp="1"/>
          </p:cNvSpPr>
          <p:nvPr>
            <p:ph type="ftr" sz="quarter" idx="17"/>
          </p:nvPr>
        </p:nvSpPr>
        <p:spPr/>
        <p:txBody>
          <a:bodyPr/>
          <a:lstStyle/>
          <a:p>
            <a:endParaRPr lang="de-CH" dirty="0"/>
          </a:p>
        </p:txBody>
      </p:sp>
      <p:sp>
        <p:nvSpPr>
          <p:cNvPr id="4" name="Slide Number Placeholder 3">
            <a:extLst>
              <a:ext uri="{FF2B5EF4-FFF2-40B4-BE49-F238E27FC236}">
                <a16:creationId xmlns:a16="http://schemas.microsoft.com/office/drawing/2014/main" id="{26583553-A7BE-47B6-AC94-B2225CA98794}"/>
              </a:ext>
            </a:extLst>
          </p:cNvPr>
          <p:cNvSpPr>
            <a:spLocks noGrp="1"/>
          </p:cNvSpPr>
          <p:nvPr>
            <p:ph type="sldNum" sz="quarter" idx="18"/>
          </p:nvPr>
        </p:nvSpPr>
        <p:spPr/>
        <p:txBody>
          <a:bodyPr/>
          <a:lstStyle/>
          <a:p>
            <a:r>
              <a:rPr lang="de-CH" dirty="0"/>
              <a:t>10</a:t>
            </a:r>
          </a:p>
        </p:txBody>
      </p:sp>
      <p:sp>
        <p:nvSpPr>
          <p:cNvPr id="5" name="Title 4">
            <a:extLst>
              <a:ext uri="{FF2B5EF4-FFF2-40B4-BE49-F238E27FC236}">
                <a16:creationId xmlns:a16="http://schemas.microsoft.com/office/drawing/2014/main" id="{A5C9307C-0424-499A-ACCC-6EB8A9500EB5}"/>
              </a:ext>
            </a:extLst>
          </p:cNvPr>
          <p:cNvSpPr>
            <a:spLocks noGrp="1"/>
          </p:cNvSpPr>
          <p:nvPr>
            <p:ph type="title"/>
          </p:nvPr>
        </p:nvSpPr>
        <p:spPr/>
        <p:txBody>
          <a:bodyPr/>
          <a:lstStyle/>
          <a:p>
            <a:r>
              <a:rPr lang="en-US" dirty="0"/>
              <a:t>HIST-DAILY</a:t>
            </a:r>
            <a:endParaRPr lang="LID4096" dirty="0"/>
          </a:p>
        </p:txBody>
      </p:sp>
      <p:sp>
        <p:nvSpPr>
          <p:cNvPr id="7" name="Text Placeholder 6">
            <a:extLst>
              <a:ext uri="{FF2B5EF4-FFF2-40B4-BE49-F238E27FC236}">
                <a16:creationId xmlns:a16="http://schemas.microsoft.com/office/drawing/2014/main" id="{AB959F2A-0125-4BE4-A960-6BECEB6B71BB}"/>
              </a:ext>
            </a:extLst>
          </p:cNvPr>
          <p:cNvSpPr>
            <a:spLocks noGrp="1"/>
          </p:cNvSpPr>
          <p:nvPr>
            <p:ph type="body" sz="quarter" idx="19"/>
          </p:nvPr>
        </p:nvSpPr>
        <p:spPr/>
        <p:txBody>
          <a:bodyPr/>
          <a:lstStyle/>
          <a:p>
            <a:endParaRPr lang="LID4096"/>
          </a:p>
        </p:txBody>
      </p:sp>
      <p:sp>
        <p:nvSpPr>
          <p:cNvPr id="8" name="Rectangle 7">
            <a:extLst>
              <a:ext uri="{FF2B5EF4-FFF2-40B4-BE49-F238E27FC236}">
                <a16:creationId xmlns:a16="http://schemas.microsoft.com/office/drawing/2014/main" id="{BEC76F9A-1B70-43B2-8510-3381E0BB3F73}"/>
              </a:ext>
            </a:extLst>
          </p:cNvPr>
          <p:cNvSpPr/>
          <p:nvPr/>
        </p:nvSpPr>
        <p:spPr>
          <a:xfrm>
            <a:off x="971600" y="2715766"/>
            <a:ext cx="360040" cy="576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Rectangle 9">
            <a:extLst>
              <a:ext uri="{FF2B5EF4-FFF2-40B4-BE49-F238E27FC236}">
                <a16:creationId xmlns:a16="http://schemas.microsoft.com/office/drawing/2014/main" id="{559BEAB0-0A2D-42BB-A8F2-3B8C31610A94}"/>
              </a:ext>
            </a:extLst>
          </p:cNvPr>
          <p:cNvSpPr/>
          <p:nvPr/>
        </p:nvSpPr>
        <p:spPr>
          <a:xfrm>
            <a:off x="6804248" y="2442392"/>
            <a:ext cx="1728192" cy="10654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Rectangle 10">
            <a:extLst>
              <a:ext uri="{FF2B5EF4-FFF2-40B4-BE49-F238E27FC236}">
                <a16:creationId xmlns:a16="http://schemas.microsoft.com/office/drawing/2014/main" id="{B9499FD7-617F-492F-8CA4-C570D0CC0BAF}"/>
              </a:ext>
            </a:extLst>
          </p:cNvPr>
          <p:cNvSpPr/>
          <p:nvPr/>
        </p:nvSpPr>
        <p:spPr>
          <a:xfrm>
            <a:off x="4211960" y="3147814"/>
            <a:ext cx="1728192" cy="10654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12" name="Picture 11">
            <a:extLst>
              <a:ext uri="{FF2B5EF4-FFF2-40B4-BE49-F238E27FC236}">
                <a16:creationId xmlns:a16="http://schemas.microsoft.com/office/drawing/2014/main" id="{3153609F-1806-4CAD-80E9-56C4972D67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40352" y="1059582"/>
            <a:ext cx="1082665" cy="245203"/>
          </a:xfrm>
          <a:prstGeom prst="rect">
            <a:avLst/>
          </a:prstGeom>
        </p:spPr>
      </p:pic>
    </p:spTree>
    <p:extLst>
      <p:ext uri="{BB962C8B-B14F-4D97-AF65-F5344CB8AC3E}">
        <p14:creationId xmlns:p14="http://schemas.microsoft.com/office/powerpoint/2010/main" val="20529441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72E2F55-69CA-44B1-A4D7-73BC4B28356E}"/>
              </a:ext>
            </a:extLst>
          </p:cNvPr>
          <p:cNvSpPr>
            <a:spLocks noGrp="1"/>
          </p:cNvSpPr>
          <p:nvPr>
            <p:ph type="body" sz="quarter" idx="12"/>
          </p:nvPr>
        </p:nvSpPr>
        <p:spPr/>
        <p:txBody>
          <a:bodyPr/>
          <a:lstStyle/>
          <a:p>
            <a:r>
              <a:rPr lang="en-US" dirty="0"/>
              <a:t>Data Processing</a:t>
            </a:r>
            <a:endParaRPr lang="LID4096" dirty="0"/>
          </a:p>
        </p:txBody>
      </p:sp>
      <p:sp>
        <p:nvSpPr>
          <p:cNvPr id="3" name="Footer Placeholder 2">
            <a:extLst>
              <a:ext uri="{FF2B5EF4-FFF2-40B4-BE49-F238E27FC236}">
                <a16:creationId xmlns:a16="http://schemas.microsoft.com/office/drawing/2014/main" id="{930DBC73-BEB7-4F6B-9FD1-F71F2B21CDCF}"/>
              </a:ext>
            </a:extLst>
          </p:cNvPr>
          <p:cNvSpPr>
            <a:spLocks noGrp="1"/>
          </p:cNvSpPr>
          <p:nvPr>
            <p:ph type="ftr" sz="quarter" idx="17"/>
          </p:nvPr>
        </p:nvSpPr>
        <p:spPr/>
        <p:txBody>
          <a:bodyPr/>
          <a:lstStyle/>
          <a:p>
            <a:endParaRPr lang="de-CH" dirty="0"/>
          </a:p>
        </p:txBody>
      </p:sp>
      <p:sp>
        <p:nvSpPr>
          <p:cNvPr id="4" name="Slide Number Placeholder 3">
            <a:extLst>
              <a:ext uri="{FF2B5EF4-FFF2-40B4-BE49-F238E27FC236}">
                <a16:creationId xmlns:a16="http://schemas.microsoft.com/office/drawing/2014/main" id="{26583553-A7BE-47B6-AC94-B2225CA98794}"/>
              </a:ext>
            </a:extLst>
          </p:cNvPr>
          <p:cNvSpPr>
            <a:spLocks noGrp="1"/>
          </p:cNvSpPr>
          <p:nvPr>
            <p:ph type="sldNum" sz="quarter" idx="18"/>
          </p:nvPr>
        </p:nvSpPr>
        <p:spPr/>
        <p:txBody>
          <a:bodyPr/>
          <a:lstStyle/>
          <a:p>
            <a:r>
              <a:rPr lang="de-CH" dirty="0"/>
              <a:t>10</a:t>
            </a:r>
          </a:p>
        </p:txBody>
      </p:sp>
      <p:sp>
        <p:nvSpPr>
          <p:cNvPr id="5" name="Title 4">
            <a:extLst>
              <a:ext uri="{FF2B5EF4-FFF2-40B4-BE49-F238E27FC236}">
                <a16:creationId xmlns:a16="http://schemas.microsoft.com/office/drawing/2014/main" id="{A5C9307C-0424-499A-ACCC-6EB8A9500EB5}"/>
              </a:ext>
            </a:extLst>
          </p:cNvPr>
          <p:cNvSpPr>
            <a:spLocks noGrp="1"/>
          </p:cNvSpPr>
          <p:nvPr>
            <p:ph type="title"/>
          </p:nvPr>
        </p:nvSpPr>
        <p:spPr/>
        <p:txBody>
          <a:bodyPr/>
          <a:lstStyle/>
          <a:p>
            <a:r>
              <a:rPr lang="en-US" dirty="0"/>
              <a:t>HIST-DAILY</a:t>
            </a:r>
            <a:endParaRPr lang="LID4096" dirty="0"/>
          </a:p>
        </p:txBody>
      </p:sp>
      <p:pic>
        <p:nvPicPr>
          <p:cNvPr id="9" name="!!flow1">
            <a:extLst>
              <a:ext uri="{FF2B5EF4-FFF2-40B4-BE49-F238E27FC236}">
                <a16:creationId xmlns:a16="http://schemas.microsoft.com/office/drawing/2014/main" id="{90685C01-293E-4ECF-8ACF-A9D52DE9432A}"/>
              </a:ext>
            </a:extLst>
          </p:cNvPr>
          <p:cNvPicPr>
            <a:picLocks noGrp="1" noChangeAspect="1"/>
          </p:cNvPicPr>
          <p:nvPr>
            <p:ph sz="quarter" idx="20"/>
          </p:nvPr>
        </p:nvPicPr>
        <p:blipFill>
          <a:blip r:embed="rId3">
            <a:extLst>
              <a:ext uri="{28A0092B-C50C-407E-A947-70E740481C1C}">
                <a14:useLocalDpi xmlns:a14="http://schemas.microsoft.com/office/drawing/2010/main" val="0"/>
              </a:ext>
            </a:extLst>
          </a:blip>
          <a:srcRect/>
          <a:stretch/>
        </p:blipFill>
        <p:spPr>
          <a:xfrm>
            <a:off x="375336" y="1624975"/>
            <a:ext cx="7812715" cy="2273923"/>
          </a:xfrm>
        </p:spPr>
      </p:pic>
      <p:sp>
        <p:nvSpPr>
          <p:cNvPr id="7" name="Text Placeholder 6">
            <a:extLst>
              <a:ext uri="{FF2B5EF4-FFF2-40B4-BE49-F238E27FC236}">
                <a16:creationId xmlns:a16="http://schemas.microsoft.com/office/drawing/2014/main" id="{AB959F2A-0125-4BE4-A960-6BECEB6B71BB}"/>
              </a:ext>
            </a:extLst>
          </p:cNvPr>
          <p:cNvSpPr>
            <a:spLocks noGrp="1"/>
          </p:cNvSpPr>
          <p:nvPr>
            <p:ph type="body" sz="quarter" idx="19"/>
          </p:nvPr>
        </p:nvSpPr>
        <p:spPr/>
        <p:txBody>
          <a:bodyPr/>
          <a:lstStyle/>
          <a:p>
            <a:endParaRPr lang="LID4096"/>
          </a:p>
        </p:txBody>
      </p:sp>
      <p:pic>
        <p:nvPicPr>
          <p:cNvPr id="8" name="Picture 7">
            <a:extLst>
              <a:ext uri="{FF2B5EF4-FFF2-40B4-BE49-F238E27FC236}">
                <a16:creationId xmlns:a16="http://schemas.microsoft.com/office/drawing/2014/main" id="{0DB68A90-F57C-4A48-86F7-E428370D13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40352" y="1059582"/>
            <a:ext cx="1082665" cy="245203"/>
          </a:xfrm>
          <a:prstGeom prst="rect">
            <a:avLst/>
          </a:prstGeom>
        </p:spPr>
      </p:pic>
      <p:pic>
        <p:nvPicPr>
          <p:cNvPr id="10" name="flowfinal">
            <a:extLst>
              <a:ext uri="{FF2B5EF4-FFF2-40B4-BE49-F238E27FC236}">
                <a16:creationId xmlns:a16="http://schemas.microsoft.com/office/drawing/2014/main" id="{5EE083B9-B6E3-4CE6-9B1A-A59DF1341CF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83171" t="71576"/>
          <a:stretch/>
        </p:blipFill>
        <p:spPr>
          <a:xfrm>
            <a:off x="6876256" y="3252567"/>
            <a:ext cx="1316312" cy="646331"/>
          </a:xfrm>
          <a:prstGeom prst="rect">
            <a:avLst/>
          </a:prstGeom>
        </p:spPr>
      </p:pic>
    </p:spTree>
    <p:extLst>
      <p:ext uri="{BB962C8B-B14F-4D97-AF65-F5344CB8AC3E}">
        <p14:creationId xmlns:p14="http://schemas.microsoft.com/office/powerpoint/2010/main" val="2580180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1E64C11-6D97-41E9-A686-A0FEEEB43CE2}"/>
              </a:ext>
            </a:extLst>
          </p:cNvPr>
          <p:cNvSpPr/>
          <p:nvPr/>
        </p:nvSpPr>
        <p:spPr>
          <a:xfrm>
            <a:off x="251520" y="936000"/>
            <a:ext cx="7416824" cy="92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 name="Text Placeholder 1">
            <a:extLst>
              <a:ext uri="{FF2B5EF4-FFF2-40B4-BE49-F238E27FC236}">
                <a16:creationId xmlns:a16="http://schemas.microsoft.com/office/drawing/2014/main" id="{2A4E9FF0-52F2-48E5-995F-6D1D19B49500}"/>
              </a:ext>
            </a:extLst>
          </p:cNvPr>
          <p:cNvSpPr>
            <a:spLocks noGrp="1"/>
          </p:cNvSpPr>
          <p:nvPr>
            <p:ph type="body" sz="quarter" idx="12"/>
          </p:nvPr>
        </p:nvSpPr>
        <p:spPr/>
        <p:txBody>
          <a:bodyPr/>
          <a:lstStyle/>
          <a:p>
            <a:r>
              <a:rPr lang="en-US" dirty="0"/>
              <a:t>Raw Data</a:t>
            </a:r>
            <a:endParaRPr lang="LID4096" dirty="0"/>
          </a:p>
        </p:txBody>
      </p:sp>
      <p:sp>
        <p:nvSpPr>
          <p:cNvPr id="3" name="Footer Placeholder 2">
            <a:extLst>
              <a:ext uri="{FF2B5EF4-FFF2-40B4-BE49-F238E27FC236}">
                <a16:creationId xmlns:a16="http://schemas.microsoft.com/office/drawing/2014/main" id="{8BA6212A-773C-4D63-A22A-4C28C948241E}"/>
              </a:ext>
            </a:extLst>
          </p:cNvPr>
          <p:cNvSpPr>
            <a:spLocks noGrp="1"/>
          </p:cNvSpPr>
          <p:nvPr>
            <p:ph type="ftr" sz="quarter" idx="17"/>
          </p:nvPr>
        </p:nvSpPr>
        <p:spPr/>
        <p:txBody>
          <a:bodyPr/>
          <a:lstStyle/>
          <a:p>
            <a:endParaRPr lang="de-CH" dirty="0"/>
          </a:p>
        </p:txBody>
      </p:sp>
      <p:sp>
        <p:nvSpPr>
          <p:cNvPr id="4" name="Slide Number Placeholder 3">
            <a:extLst>
              <a:ext uri="{FF2B5EF4-FFF2-40B4-BE49-F238E27FC236}">
                <a16:creationId xmlns:a16="http://schemas.microsoft.com/office/drawing/2014/main" id="{D47092B6-92C9-43B7-8411-18A13B6D2F2D}"/>
              </a:ext>
            </a:extLst>
          </p:cNvPr>
          <p:cNvSpPr>
            <a:spLocks noGrp="1"/>
          </p:cNvSpPr>
          <p:nvPr>
            <p:ph type="sldNum" sz="quarter" idx="18"/>
          </p:nvPr>
        </p:nvSpPr>
        <p:spPr/>
        <p:txBody>
          <a:bodyPr/>
          <a:lstStyle/>
          <a:p>
            <a:fld id="{E6639024-6672-4F87-864B-EA4FA9190A1A}" type="slidenum">
              <a:rPr lang="de-CH" smtClean="0"/>
              <a:pPr/>
              <a:t>16</a:t>
            </a:fld>
            <a:endParaRPr lang="de-CH" dirty="0"/>
          </a:p>
        </p:txBody>
      </p:sp>
      <p:sp>
        <p:nvSpPr>
          <p:cNvPr id="5" name="Title 4">
            <a:extLst>
              <a:ext uri="{FF2B5EF4-FFF2-40B4-BE49-F238E27FC236}">
                <a16:creationId xmlns:a16="http://schemas.microsoft.com/office/drawing/2014/main" id="{8918994D-B429-4E3E-B014-CEAACF9ACE04}"/>
              </a:ext>
            </a:extLst>
          </p:cNvPr>
          <p:cNvSpPr>
            <a:spLocks noGrp="1"/>
          </p:cNvSpPr>
          <p:nvPr>
            <p:ph type="title"/>
          </p:nvPr>
        </p:nvSpPr>
        <p:spPr/>
        <p:txBody>
          <a:bodyPr/>
          <a:lstStyle/>
          <a:p>
            <a:r>
              <a:rPr lang="en-US" dirty="0"/>
              <a:t>HIST-DAILY</a:t>
            </a:r>
            <a:endParaRPr lang="LID4096" dirty="0"/>
          </a:p>
        </p:txBody>
      </p:sp>
      <p:pic>
        <p:nvPicPr>
          <p:cNvPr id="9" name="photo">
            <a:extLst>
              <a:ext uri="{FF2B5EF4-FFF2-40B4-BE49-F238E27FC236}">
                <a16:creationId xmlns:a16="http://schemas.microsoft.com/office/drawing/2014/main" id="{037FCF46-E20C-4C79-80AD-2D9AFCE1F817}"/>
              </a:ext>
            </a:extLst>
          </p:cNvPr>
          <p:cNvPicPr>
            <a:picLocks noGrp="1" noChangeAspect="1"/>
          </p:cNvPicPr>
          <p:nvPr>
            <p:ph sz="quarter" idx="20"/>
          </p:nvPr>
        </p:nvPicPr>
        <p:blipFill>
          <a:blip r:embed="rId3">
            <a:extLst>
              <a:ext uri="{28A0092B-C50C-407E-A947-70E740481C1C}">
                <a14:useLocalDpi xmlns:a14="http://schemas.microsoft.com/office/drawing/2010/main" val="0"/>
              </a:ext>
            </a:extLst>
          </a:blip>
          <a:srcRect/>
          <a:stretch/>
        </p:blipFill>
        <p:spPr>
          <a:xfrm>
            <a:off x="2987824" y="142964"/>
            <a:ext cx="3997102" cy="5000536"/>
          </a:xfrm>
        </p:spPr>
      </p:pic>
      <p:sp>
        <p:nvSpPr>
          <p:cNvPr id="7" name="Text Placeholder 6">
            <a:extLst>
              <a:ext uri="{FF2B5EF4-FFF2-40B4-BE49-F238E27FC236}">
                <a16:creationId xmlns:a16="http://schemas.microsoft.com/office/drawing/2014/main" id="{F8ED4668-DF2A-4AD4-AA82-4CF8ED2FB637}"/>
              </a:ext>
            </a:extLst>
          </p:cNvPr>
          <p:cNvSpPr>
            <a:spLocks noGrp="1"/>
          </p:cNvSpPr>
          <p:nvPr>
            <p:ph type="body" sz="quarter" idx="19"/>
          </p:nvPr>
        </p:nvSpPr>
        <p:spPr>
          <a:xfrm>
            <a:off x="7092280" y="4397944"/>
            <a:ext cx="1916278" cy="683956"/>
          </a:xfrm>
        </p:spPr>
        <p:txBody>
          <a:bodyPr/>
          <a:lstStyle/>
          <a:p>
            <a:pPr algn="l"/>
            <a:r>
              <a:rPr lang="en-US" sz="700" dirty="0" err="1">
                <a:solidFill>
                  <a:schemeClr val="bg1">
                    <a:lumMod val="50000"/>
                  </a:schemeClr>
                </a:solidFill>
              </a:rPr>
              <a:t>Societas</a:t>
            </a:r>
            <a:r>
              <a:rPr lang="en-US" sz="700" dirty="0">
                <a:solidFill>
                  <a:schemeClr val="bg1">
                    <a:lumMod val="50000"/>
                  </a:schemeClr>
                </a:solidFill>
              </a:rPr>
              <a:t> </a:t>
            </a:r>
            <a:r>
              <a:rPr lang="en-US" sz="700" dirty="0" err="1">
                <a:solidFill>
                  <a:schemeClr val="bg1">
                    <a:lumMod val="50000"/>
                  </a:schemeClr>
                </a:solidFill>
              </a:rPr>
              <a:t>Meteorologica</a:t>
            </a:r>
            <a:r>
              <a:rPr lang="en-US" sz="700" dirty="0">
                <a:solidFill>
                  <a:schemeClr val="bg1">
                    <a:lumMod val="50000"/>
                  </a:schemeClr>
                </a:solidFill>
              </a:rPr>
              <a:t> </a:t>
            </a:r>
            <a:r>
              <a:rPr lang="en-US" sz="700" dirty="0" err="1">
                <a:solidFill>
                  <a:schemeClr val="bg1">
                    <a:lumMod val="50000"/>
                  </a:schemeClr>
                </a:solidFill>
              </a:rPr>
              <a:t>Palatina</a:t>
            </a:r>
            <a:r>
              <a:rPr lang="en-US" sz="700" dirty="0">
                <a:solidFill>
                  <a:schemeClr val="bg1">
                    <a:lumMod val="50000"/>
                  </a:schemeClr>
                </a:solidFill>
              </a:rPr>
              <a:t>, </a:t>
            </a:r>
            <a:r>
              <a:rPr lang="en-US" sz="700" i="1" dirty="0">
                <a:solidFill>
                  <a:schemeClr val="bg1">
                    <a:lumMod val="50000"/>
                  </a:schemeClr>
                </a:solidFill>
              </a:rPr>
              <a:t>Ephemerides </a:t>
            </a:r>
            <a:r>
              <a:rPr lang="en-US" sz="700" i="1" dirty="0" err="1">
                <a:solidFill>
                  <a:schemeClr val="bg1">
                    <a:lumMod val="50000"/>
                  </a:schemeClr>
                </a:solidFill>
              </a:rPr>
              <a:t>Societatis</a:t>
            </a:r>
            <a:r>
              <a:rPr lang="en-US" sz="700" i="1" dirty="0">
                <a:solidFill>
                  <a:schemeClr val="bg1">
                    <a:lumMod val="50000"/>
                  </a:schemeClr>
                </a:solidFill>
              </a:rPr>
              <a:t> </a:t>
            </a:r>
            <a:r>
              <a:rPr lang="en-US" sz="700" i="1" dirty="0" err="1">
                <a:solidFill>
                  <a:schemeClr val="bg1">
                    <a:lumMod val="50000"/>
                  </a:schemeClr>
                </a:solidFill>
              </a:rPr>
              <a:t>Meteorologicae</a:t>
            </a:r>
            <a:r>
              <a:rPr lang="en-US" sz="700" i="1" dirty="0">
                <a:solidFill>
                  <a:schemeClr val="bg1">
                    <a:lumMod val="50000"/>
                  </a:schemeClr>
                </a:solidFill>
              </a:rPr>
              <a:t> </a:t>
            </a:r>
            <a:r>
              <a:rPr lang="en-US" sz="700" i="1" dirty="0" err="1">
                <a:solidFill>
                  <a:schemeClr val="bg1">
                    <a:lumMod val="50000"/>
                  </a:schemeClr>
                </a:solidFill>
              </a:rPr>
              <a:t>Palatinae</a:t>
            </a:r>
            <a:r>
              <a:rPr lang="en-US" sz="700" i="1" dirty="0">
                <a:solidFill>
                  <a:schemeClr val="bg1">
                    <a:lumMod val="50000"/>
                  </a:schemeClr>
                </a:solidFill>
              </a:rPr>
              <a:t>, Annus 1790</a:t>
            </a:r>
            <a:r>
              <a:rPr lang="en-US" sz="700" dirty="0">
                <a:solidFill>
                  <a:schemeClr val="bg1">
                    <a:lumMod val="50000"/>
                  </a:schemeClr>
                </a:solidFill>
              </a:rPr>
              <a:t> (Mannheim, 1783), p. 197. Digitized by the </a:t>
            </a:r>
            <a:r>
              <a:rPr lang="en-US" sz="700" dirty="0" err="1">
                <a:solidFill>
                  <a:schemeClr val="bg1">
                    <a:lumMod val="50000"/>
                  </a:schemeClr>
                </a:solidFill>
              </a:rPr>
              <a:t>Bayerische</a:t>
            </a:r>
            <a:r>
              <a:rPr lang="en-US" sz="700" dirty="0">
                <a:solidFill>
                  <a:schemeClr val="bg1">
                    <a:lumMod val="50000"/>
                  </a:schemeClr>
                </a:solidFill>
              </a:rPr>
              <a:t> </a:t>
            </a:r>
            <a:r>
              <a:rPr lang="en-US" sz="700" dirty="0" err="1">
                <a:solidFill>
                  <a:schemeClr val="bg1">
                    <a:lumMod val="50000"/>
                  </a:schemeClr>
                </a:solidFill>
              </a:rPr>
              <a:t>Staatsbibliothek</a:t>
            </a:r>
            <a:r>
              <a:rPr lang="en-US" sz="700" dirty="0">
                <a:solidFill>
                  <a:schemeClr val="bg1">
                    <a:lumMod val="50000"/>
                  </a:schemeClr>
                </a:solidFill>
              </a:rPr>
              <a:t>.</a:t>
            </a:r>
            <a:endParaRPr lang="LID4096" sz="700" dirty="0">
              <a:solidFill>
                <a:schemeClr val="bg1">
                  <a:lumMod val="50000"/>
                </a:schemeClr>
              </a:solidFill>
            </a:endParaRPr>
          </a:p>
        </p:txBody>
      </p:sp>
      <p:grpSp>
        <p:nvGrpSpPr>
          <p:cNvPr id="16" name="Group 15">
            <a:extLst>
              <a:ext uri="{FF2B5EF4-FFF2-40B4-BE49-F238E27FC236}">
                <a16:creationId xmlns:a16="http://schemas.microsoft.com/office/drawing/2014/main" id="{DAA57C71-E356-4238-A613-1CA941612387}"/>
              </a:ext>
            </a:extLst>
          </p:cNvPr>
          <p:cNvGrpSpPr/>
          <p:nvPr/>
        </p:nvGrpSpPr>
        <p:grpSpPr>
          <a:xfrm>
            <a:off x="5103878" y="846957"/>
            <a:ext cx="792088" cy="135106"/>
            <a:chOff x="5220072" y="866950"/>
            <a:chExt cx="792088" cy="135106"/>
          </a:xfrm>
        </p:grpSpPr>
        <p:sp>
          <p:nvSpPr>
            <p:cNvPr id="11" name="tod">
              <a:extLst>
                <a:ext uri="{FF2B5EF4-FFF2-40B4-BE49-F238E27FC236}">
                  <a16:creationId xmlns:a16="http://schemas.microsoft.com/office/drawing/2014/main" id="{AEB925E4-E8DB-4A22-BF6D-47A7F7B6B1B4}"/>
                </a:ext>
              </a:extLst>
            </p:cNvPr>
            <p:cNvSpPr/>
            <p:nvPr/>
          </p:nvSpPr>
          <p:spPr>
            <a:xfrm>
              <a:off x="5220072" y="866950"/>
              <a:ext cx="792088" cy="13510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14" name="Straight Connector 13">
              <a:extLst>
                <a:ext uri="{FF2B5EF4-FFF2-40B4-BE49-F238E27FC236}">
                  <a16:creationId xmlns:a16="http://schemas.microsoft.com/office/drawing/2014/main" id="{D0BEB9E2-AC9A-403A-A7E7-C2F89BF454D4}"/>
                </a:ext>
              </a:extLst>
            </p:cNvPr>
            <p:cNvCxnSpPr/>
            <p:nvPr/>
          </p:nvCxnSpPr>
          <p:spPr>
            <a:xfrm>
              <a:off x="5436096" y="866950"/>
              <a:ext cx="0" cy="135106"/>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E49EFED-DEE4-40D3-B769-4B58D7787B70}"/>
                </a:ext>
              </a:extLst>
            </p:cNvPr>
            <p:cNvCxnSpPr/>
            <p:nvPr/>
          </p:nvCxnSpPr>
          <p:spPr>
            <a:xfrm>
              <a:off x="5724128" y="866950"/>
              <a:ext cx="0" cy="135106"/>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21" name="TextBox-jan2">
            <a:extLst>
              <a:ext uri="{FF2B5EF4-FFF2-40B4-BE49-F238E27FC236}">
                <a16:creationId xmlns:a16="http://schemas.microsoft.com/office/drawing/2014/main" id="{BE39163A-A4BF-488E-B300-306239E70E5D}"/>
              </a:ext>
            </a:extLst>
          </p:cNvPr>
          <p:cNvSpPr txBox="1"/>
          <p:nvPr/>
        </p:nvSpPr>
        <p:spPr>
          <a:xfrm>
            <a:off x="395536" y="3312418"/>
            <a:ext cx="2479395" cy="1023357"/>
          </a:xfrm>
          <a:prstGeom prst="rect">
            <a:avLst/>
          </a:prstGeom>
          <a:noFill/>
        </p:spPr>
        <p:txBody>
          <a:bodyPr wrap="square" rtlCol="0">
            <a:spAutoFit/>
          </a:bodyPr>
          <a:lstStyle/>
          <a:p>
            <a:pPr>
              <a:spcBef>
                <a:spcPts val="300"/>
              </a:spcBef>
            </a:pPr>
            <a:r>
              <a:rPr lang="en-US" sz="800" dirty="0"/>
              <a:t>January 2</a:t>
            </a:r>
            <a:r>
              <a:rPr lang="en-US" sz="800" baseline="30000" dirty="0"/>
              <a:t>nd</a:t>
            </a:r>
            <a:r>
              <a:rPr lang="en-US" sz="800" dirty="0"/>
              <a:t>, 1790, 07:00</a:t>
            </a:r>
          </a:p>
          <a:p>
            <a:pPr marL="171450" indent="-171450">
              <a:spcBef>
                <a:spcPts val="300"/>
              </a:spcBef>
              <a:buFont typeface="Arial" panose="020B0604020202020204" pitchFamily="34" charset="0"/>
              <a:buChar char="•"/>
            </a:pPr>
            <a:r>
              <a:rPr lang="en-US" sz="800" dirty="0"/>
              <a:t>Pressure: 22 inches, 0 lines, 1 decimal</a:t>
            </a:r>
          </a:p>
          <a:p>
            <a:pPr marL="171450" indent="-171450">
              <a:spcBef>
                <a:spcPts val="300"/>
              </a:spcBef>
              <a:buFont typeface="Arial" panose="020B0604020202020204" pitchFamily="34" charset="0"/>
              <a:buChar char="•"/>
            </a:pPr>
            <a:r>
              <a:rPr lang="en-US" sz="800" dirty="0"/>
              <a:t>Temperature indoor: </a:t>
            </a:r>
            <a:r>
              <a:rPr lang="en-CH" sz="800" dirty="0"/>
              <a:t>– </a:t>
            </a:r>
            <a:r>
              <a:rPr lang="en-US" sz="800" dirty="0"/>
              <a:t>0 degrees, 9 decimals</a:t>
            </a:r>
          </a:p>
          <a:p>
            <a:pPr marL="171450" indent="-171450">
              <a:spcBef>
                <a:spcPts val="300"/>
              </a:spcBef>
              <a:buFont typeface="Arial" panose="020B0604020202020204" pitchFamily="34" charset="0"/>
              <a:buChar char="•"/>
            </a:pPr>
            <a:r>
              <a:rPr lang="en-US" sz="800" dirty="0"/>
              <a:t>Temperature outdoor: </a:t>
            </a:r>
            <a:r>
              <a:rPr lang="en-CH" sz="800" dirty="0"/>
              <a:t>–</a:t>
            </a:r>
            <a:r>
              <a:rPr lang="en-US" sz="800" dirty="0"/>
              <a:t> 5 degrees, 0 decimals</a:t>
            </a:r>
          </a:p>
          <a:p>
            <a:pPr marL="171450" indent="-171450">
              <a:spcBef>
                <a:spcPts val="300"/>
              </a:spcBef>
              <a:buFont typeface="Arial" panose="020B0604020202020204" pitchFamily="34" charset="0"/>
              <a:buChar char="•"/>
            </a:pPr>
            <a:r>
              <a:rPr lang="en-US" sz="800" dirty="0"/>
              <a:t>Wind direction: NW</a:t>
            </a:r>
          </a:p>
          <a:p>
            <a:pPr marL="171450" indent="-171450">
              <a:spcBef>
                <a:spcPts val="300"/>
              </a:spcBef>
              <a:buFont typeface="Arial" panose="020B0604020202020204" pitchFamily="34" charset="0"/>
              <a:buChar char="•"/>
            </a:pPr>
            <a:r>
              <a:rPr lang="en-US" sz="800" dirty="0"/>
              <a:t>Wind intensity: 3</a:t>
            </a:r>
            <a:endParaRPr lang="LID4096" sz="800" dirty="0"/>
          </a:p>
        </p:txBody>
      </p:sp>
      <p:grpSp>
        <p:nvGrpSpPr>
          <p:cNvPr id="24" name="group-rect">
            <a:extLst>
              <a:ext uri="{FF2B5EF4-FFF2-40B4-BE49-F238E27FC236}">
                <a16:creationId xmlns:a16="http://schemas.microsoft.com/office/drawing/2014/main" id="{90A2EBED-3FD1-4D47-96CD-7091F6445E1E}"/>
              </a:ext>
            </a:extLst>
          </p:cNvPr>
          <p:cNvGrpSpPr/>
          <p:nvPr/>
        </p:nvGrpSpPr>
        <p:grpSpPr>
          <a:xfrm>
            <a:off x="3015646" y="1776851"/>
            <a:ext cx="1892284" cy="166944"/>
            <a:chOff x="3203848" y="1776851"/>
            <a:chExt cx="1892284" cy="166944"/>
          </a:xfrm>
        </p:grpSpPr>
        <p:sp>
          <p:nvSpPr>
            <p:cNvPr id="17" name="p">
              <a:extLst>
                <a:ext uri="{FF2B5EF4-FFF2-40B4-BE49-F238E27FC236}">
                  <a16:creationId xmlns:a16="http://schemas.microsoft.com/office/drawing/2014/main" id="{54AADF8C-6746-4163-8918-E48B6BC4745C}"/>
                </a:ext>
              </a:extLst>
            </p:cNvPr>
            <p:cNvSpPr/>
            <p:nvPr/>
          </p:nvSpPr>
          <p:spPr>
            <a:xfrm>
              <a:off x="3288124" y="1779662"/>
              <a:ext cx="347772" cy="94936"/>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dirty="0"/>
            </a:p>
          </p:txBody>
        </p:sp>
        <p:sp>
          <p:nvSpPr>
            <p:cNvPr id="18" name="oval-magenta">
              <a:extLst>
                <a:ext uri="{FF2B5EF4-FFF2-40B4-BE49-F238E27FC236}">
                  <a16:creationId xmlns:a16="http://schemas.microsoft.com/office/drawing/2014/main" id="{E2268FC5-1629-4E63-8834-1FFA8A4C0C95}"/>
                </a:ext>
              </a:extLst>
            </p:cNvPr>
            <p:cNvSpPr/>
            <p:nvPr/>
          </p:nvSpPr>
          <p:spPr>
            <a:xfrm>
              <a:off x="3203848" y="1851670"/>
              <a:ext cx="144016" cy="92125"/>
            </a:xfrm>
            <a:prstGeom prst="ellipse">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9" name="ta_indoor">
              <a:extLst>
                <a:ext uri="{FF2B5EF4-FFF2-40B4-BE49-F238E27FC236}">
                  <a16:creationId xmlns:a16="http://schemas.microsoft.com/office/drawing/2014/main" id="{C05B8269-42D8-406D-80EC-61F812FE372C}"/>
                </a:ext>
              </a:extLst>
            </p:cNvPr>
            <p:cNvSpPr/>
            <p:nvPr/>
          </p:nvSpPr>
          <p:spPr>
            <a:xfrm>
              <a:off x="3635896" y="1783864"/>
              <a:ext cx="288033" cy="87924"/>
            </a:xfrm>
            <a:prstGeom prst="rect">
              <a:avLst/>
            </a:prstGeom>
            <a:noFill/>
            <a:ln w="1905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dirty="0"/>
            </a:p>
          </p:txBody>
        </p:sp>
        <p:sp>
          <p:nvSpPr>
            <p:cNvPr id="20" name="dd-green">
              <a:extLst>
                <a:ext uri="{FF2B5EF4-FFF2-40B4-BE49-F238E27FC236}">
                  <a16:creationId xmlns:a16="http://schemas.microsoft.com/office/drawing/2014/main" id="{4BB4398C-6151-4140-99E9-C22FA8873148}"/>
                </a:ext>
              </a:extLst>
            </p:cNvPr>
            <p:cNvSpPr/>
            <p:nvPr/>
          </p:nvSpPr>
          <p:spPr>
            <a:xfrm>
              <a:off x="4652205" y="1776851"/>
              <a:ext cx="233126" cy="92125"/>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dirty="0">
                <a:solidFill>
                  <a:srgbClr val="00B050"/>
                </a:solidFill>
              </a:endParaRPr>
            </a:p>
          </p:txBody>
        </p:sp>
        <p:sp>
          <p:nvSpPr>
            <p:cNvPr id="22" name="ta_outdoor">
              <a:extLst>
                <a:ext uri="{FF2B5EF4-FFF2-40B4-BE49-F238E27FC236}">
                  <a16:creationId xmlns:a16="http://schemas.microsoft.com/office/drawing/2014/main" id="{9935C11A-B5DF-4208-A47B-AECD6533AAFD}"/>
                </a:ext>
              </a:extLst>
            </p:cNvPr>
            <p:cNvSpPr/>
            <p:nvPr/>
          </p:nvSpPr>
          <p:spPr>
            <a:xfrm>
              <a:off x="3904302" y="1776851"/>
              <a:ext cx="288033" cy="94936"/>
            </a:xfrm>
            <a:prstGeom prst="rect">
              <a:avLst/>
            </a:prstGeom>
            <a:noFill/>
            <a:ln w="1905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dirty="0"/>
            </a:p>
          </p:txBody>
        </p:sp>
        <p:sp>
          <p:nvSpPr>
            <p:cNvPr id="23" name="w-green">
              <a:extLst>
                <a:ext uri="{FF2B5EF4-FFF2-40B4-BE49-F238E27FC236}">
                  <a16:creationId xmlns:a16="http://schemas.microsoft.com/office/drawing/2014/main" id="{A5576F5A-45AD-43FB-806A-10293007164B}"/>
                </a:ext>
              </a:extLst>
            </p:cNvPr>
            <p:cNvSpPr/>
            <p:nvPr/>
          </p:nvSpPr>
          <p:spPr>
            <a:xfrm>
              <a:off x="4892491" y="1778465"/>
              <a:ext cx="203641" cy="92125"/>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dirty="0">
                <a:solidFill>
                  <a:srgbClr val="00B050"/>
                </a:solidFill>
              </a:endParaRPr>
            </a:p>
          </p:txBody>
        </p:sp>
      </p:grpSp>
      <p:pic>
        <p:nvPicPr>
          <p:cNvPr id="25" name="!!flow1">
            <a:extLst>
              <a:ext uri="{FF2B5EF4-FFF2-40B4-BE49-F238E27FC236}">
                <a16:creationId xmlns:a16="http://schemas.microsoft.com/office/drawing/2014/main" id="{C84484F7-8D64-4C52-B847-58D7DA41E2C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13136" r="84034" b="52030"/>
          <a:stretch/>
        </p:blipFill>
        <p:spPr>
          <a:xfrm>
            <a:off x="370820" y="1923678"/>
            <a:ext cx="1248852" cy="792088"/>
          </a:xfrm>
          <a:prstGeom prst="rect">
            <a:avLst/>
          </a:prstGeom>
        </p:spPr>
      </p:pic>
    </p:spTree>
    <p:extLst>
      <p:ext uri="{BB962C8B-B14F-4D97-AF65-F5344CB8AC3E}">
        <p14:creationId xmlns:p14="http://schemas.microsoft.com/office/powerpoint/2010/main" val="2377325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97507AC1-F435-4395-934B-DA2EEED2288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21592" y="1059582"/>
            <a:ext cx="5489761" cy="3536069"/>
          </a:xfrm>
          <a:prstGeom prst="rect">
            <a:avLst/>
          </a:prstGeom>
        </p:spPr>
      </p:pic>
      <p:sp>
        <p:nvSpPr>
          <p:cNvPr id="2" name="Text Placeholder 1">
            <a:extLst>
              <a:ext uri="{FF2B5EF4-FFF2-40B4-BE49-F238E27FC236}">
                <a16:creationId xmlns:a16="http://schemas.microsoft.com/office/drawing/2014/main" id="{B72E2F55-69CA-44B1-A4D7-73BC4B28356E}"/>
              </a:ext>
            </a:extLst>
          </p:cNvPr>
          <p:cNvSpPr>
            <a:spLocks noGrp="1"/>
          </p:cNvSpPr>
          <p:nvPr>
            <p:ph type="body" sz="quarter" idx="12"/>
          </p:nvPr>
        </p:nvSpPr>
        <p:spPr/>
        <p:txBody>
          <a:bodyPr/>
          <a:lstStyle/>
          <a:p>
            <a:r>
              <a:rPr lang="en-US" dirty="0"/>
              <a:t>Processed Data</a:t>
            </a:r>
            <a:endParaRPr lang="LID4096" dirty="0"/>
          </a:p>
        </p:txBody>
      </p:sp>
      <p:sp>
        <p:nvSpPr>
          <p:cNvPr id="3" name="Footer Placeholder 2">
            <a:extLst>
              <a:ext uri="{FF2B5EF4-FFF2-40B4-BE49-F238E27FC236}">
                <a16:creationId xmlns:a16="http://schemas.microsoft.com/office/drawing/2014/main" id="{930DBC73-BEB7-4F6B-9FD1-F71F2B21CDCF}"/>
              </a:ext>
            </a:extLst>
          </p:cNvPr>
          <p:cNvSpPr>
            <a:spLocks noGrp="1"/>
          </p:cNvSpPr>
          <p:nvPr>
            <p:ph type="ftr" sz="quarter" idx="17"/>
          </p:nvPr>
        </p:nvSpPr>
        <p:spPr/>
        <p:txBody>
          <a:bodyPr/>
          <a:lstStyle/>
          <a:p>
            <a:endParaRPr lang="de-CH" dirty="0"/>
          </a:p>
        </p:txBody>
      </p:sp>
      <p:sp>
        <p:nvSpPr>
          <p:cNvPr id="4" name="Slide Number Placeholder 3">
            <a:extLst>
              <a:ext uri="{FF2B5EF4-FFF2-40B4-BE49-F238E27FC236}">
                <a16:creationId xmlns:a16="http://schemas.microsoft.com/office/drawing/2014/main" id="{26583553-A7BE-47B6-AC94-B2225CA98794}"/>
              </a:ext>
            </a:extLst>
          </p:cNvPr>
          <p:cNvSpPr>
            <a:spLocks noGrp="1"/>
          </p:cNvSpPr>
          <p:nvPr>
            <p:ph type="sldNum" sz="quarter" idx="18"/>
          </p:nvPr>
        </p:nvSpPr>
        <p:spPr/>
        <p:txBody>
          <a:bodyPr/>
          <a:lstStyle/>
          <a:p>
            <a:r>
              <a:rPr lang="de-CH" dirty="0"/>
              <a:t>11</a:t>
            </a:r>
          </a:p>
        </p:txBody>
      </p:sp>
      <p:sp>
        <p:nvSpPr>
          <p:cNvPr id="5" name="Title 4">
            <a:extLst>
              <a:ext uri="{FF2B5EF4-FFF2-40B4-BE49-F238E27FC236}">
                <a16:creationId xmlns:a16="http://schemas.microsoft.com/office/drawing/2014/main" id="{A5C9307C-0424-499A-ACCC-6EB8A9500EB5}"/>
              </a:ext>
            </a:extLst>
          </p:cNvPr>
          <p:cNvSpPr>
            <a:spLocks noGrp="1"/>
          </p:cNvSpPr>
          <p:nvPr>
            <p:ph type="title"/>
          </p:nvPr>
        </p:nvSpPr>
        <p:spPr/>
        <p:txBody>
          <a:bodyPr/>
          <a:lstStyle/>
          <a:p>
            <a:r>
              <a:rPr lang="en-US" dirty="0"/>
              <a:t>HIST-DAILY</a:t>
            </a:r>
            <a:endParaRPr lang="LID4096" dirty="0"/>
          </a:p>
        </p:txBody>
      </p:sp>
      <p:pic>
        <p:nvPicPr>
          <p:cNvPr id="9" name="image">
            <a:extLst>
              <a:ext uri="{FF2B5EF4-FFF2-40B4-BE49-F238E27FC236}">
                <a16:creationId xmlns:a16="http://schemas.microsoft.com/office/drawing/2014/main" id="{90685C01-293E-4ECF-8ACF-A9D52DE9432A}"/>
              </a:ext>
            </a:extLst>
          </p:cNvPr>
          <p:cNvPicPr>
            <a:picLocks noGrp="1" noChangeAspect="1"/>
          </p:cNvPicPr>
          <p:nvPr>
            <p:ph sz="quarter" idx="20"/>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83171" t="71576"/>
          <a:stretch/>
        </p:blipFill>
        <p:spPr>
          <a:xfrm>
            <a:off x="6876256" y="3252567"/>
            <a:ext cx="1316312" cy="646331"/>
          </a:xfrm>
        </p:spPr>
      </p:pic>
      <p:sp>
        <p:nvSpPr>
          <p:cNvPr id="7" name="Text Placeholder 6">
            <a:extLst>
              <a:ext uri="{FF2B5EF4-FFF2-40B4-BE49-F238E27FC236}">
                <a16:creationId xmlns:a16="http://schemas.microsoft.com/office/drawing/2014/main" id="{AB959F2A-0125-4BE4-A960-6BECEB6B71BB}"/>
              </a:ext>
            </a:extLst>
          </p:cNvPr>
          <p:cNvSpPr>
            <a:spLocks noGrp="1"/>
          </p:cNvSpPr>
          <p:nvPr>
            <p:ph type="body" sz="quarter" idx="19"/>
          </p:nvPr>
        </p:nvSpPr>
        <p:spPr/>
        <p:txBody>
          <a:bodyPr/>
          <a:lstStyle/>
          <a:p>
            <a:endParaRPr lang="LID4096"/>
          </a:p>
        </p:txBody>
      </p:sp>
      <p:sp>
        <p:nvSpPr>
          <p:cNvPr id="6" name="TextBox 5">
            <a:extLst>
              <a:ext uri="{FF2B5EF4-FFF2-40B4-BE49-F238E27FC236}">
                <a16:creationId xmlns:a16="http://schemas.microsoft.com/office/drawing/2014/main" id="{EA929670-66B2-4D08-88FD-9F51C5B1BA56}"/>
              </a:ext>
            </a:extLst>
          </p:cNvPr>
          <p:cNvSpPr txBox="1"/>
          <p:nvPr/>
        </p:nvSpPr>
        <p:spPr>
          <a:xfrm>
            <a:off x="6143839" y="2302709"/>
            <a:ext cx="2808312" cy="646331"/>
          </a:xfrm>
          <a:prstGeom prst="rect">
            <a:avLst/>
          </a:prstGeom>
          <a:noFill/>
        </p:spPr>
        <p:txBody>
          <a:bodyPr wrap="square" rtlCol="0">
            <a:spAutoFit/>
          </a:bodyPr>
          <a:lstStyle/>
          <a:p>
            <a:r>
              <a:rPr lang="en-US" dirty="0"/>
              <a:t>Machine-readable, tabular-separated values</a:t>
            </a:r>
            <a:endParaRPr lang="LID4096" dirty="0"/>
          </a:p>
        </p:txBody>
      </p:sp>
      <p:pic>
        <p:nvPicPr>
          <p:cNvPr id="10" name="Picture 9">
            <a:extLst>
              <a:ext uri="{FF2B5EF4-FFF2-40B4-BE49-F238E27FC236}">
                <a16:creationId xmlns:a16="http://schemas.microsoft.com/office/drawing/2014/main" id="{AE6EA579-111D-4B26-BA11-038789163D2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40352" y="1059582"/>
            <a:ext cx="1082665" cy="245203"/>
          </a:xfrm>
          <a:prstGeom prst="rect">
            <a:avLst/>
          </a:prstGeom>
        </p:spPr>
      </p:pic>
      <p:grpSp>
        <p:nvGrpSpPr>
          <p:cNvPr id="28" name="Group 27">
            <a:extLst>
              <a:ext uri="{FF2B5EF4-FFF2-40B4-BE49-F238E27FC236}">
                <a16:creationId xmlns:a16="http://schemas.microsoft.com/office/drawing/2014/main" id="{966140CF-8763-4002-A2F1-641D72981813}"/>
              </a:ext>
            </a:extLst>
          </p:cNvPr>
          <p:cNvGrpSpPr/>
          <p:nvPr/>
        </p:nvGrpSpPr>
        <p:grpSpPr>
          <a:xfrm>
            <a:off x="691024" y="3329706"/>
            <a:ext cx="4619240" cy="126203"/>
            <a:chOff x="691024" y="3329706"/>
            <a:chExt cx="4619240" cy="126203"/>
          </a:xfrm>
        </p:grpSpPr>
        <p:grpSp>
          <p:nvGrpSpPr>
            <p:cNvPr id="17" name="group-rect">
              <a:extLst>
                <a:ext uri="{FF2B5EF4-FFF2-40B4-BE49-F238E27FC236}">
                  <a16:creationId xmlns:a16="http://schemas.microsoft.com/office/drawing/2014/main" id="{5FEA8BFF-8834-4847-87DE-DDED06BBB1A3}"/>
                </a:ext>
              </a:extLst>
            </p:cNvPr>
            <p:cNvGrpSpPr/>
            <p:nvPr/>
          </p:nvGrpSpPr>
          <p:grpSpPr>
            <a:xfrm>
              <a:off x="691024" y="3329706"/>
              <a:ext cx="4619240" cy="126203"/>
              <a:chOff x="3008884" y="1811479"/>
              <a:chExt cx="4279726" cy="111418"/>
            </a:xfrm>
          </p:grpSpPr>
          <p:sp>
            <p:nvSpPr>
              <p:cNvPr id="18" name="p">
                <a:extLst>
                  <a:ext uri="{FF2B5EF4-FFF2-40B4-BE49-F238E27FC236}">
                    <a16:creationId xmlns:a16="http://schemas.microsoft.com/office/drawing/2014/main" id="{F5281E4F-FFC7-4512-9620-D248650A7222}"/>
                  </a:ext>
                </a:extLst>
              </p:cNvPr>
              <p:cNvSpPr/>
              <p:nvPr/>
            </p:nvSpPr>
            <p:spPr>
              <a:xfrm>
                <a:off x="5449644" y="1817048"/>
                <a:ext cx="693390" cy="105482"/>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dirty="0"/>
              </a:p>
            </p:txBody>
          </p:sp>
          <p:sp>
            <p:nvSpPr>
              <p:cNvPr id="19" name="oval-magenta">
                <a:extLst>
                  <a:ext uri="{FF2B5EF4-FFF2-40B4-BE49-F238E27FC236}">
                    <a16:creationId xmlns:a16="http://schemas.microsoft.com/office/drawing/2014/main" id="{BFB32587-99E4-40CA-A29F-4823AAC49FF8}"/>
                  </a:ext>
                </a:extLst>
              </p:cNvPr>
              <p:cNvSpPr/>
              <p:nvPr/>
            </p:nvSpPr>
            <p:spPr>
              <a:xfrm>
                <a:off x="3008884" y="1821378"/>
                <a:ext cx="957702" cy="97723"/>
              </a:xfrm>
              <a:prstGeom prst="round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2" name="ta_outdoor">
                <a:extLst>
                  <a:ext uri="{FF2B5EF4-FFF2-40B4-BE49-F238E27FC236}">
                    <a16:creationId xmlns:a16="http://schemas.microsoft.com/office/drawing/2014/main" id="{2CBBD1D0-CB5F-45D9-948F-04FEB59A6CC7}"/>
                  </a:ext>
                </a:extLst>
              </p:cNvPr>
              <p:cNvSpPr/>
              <p:nvPr/>
            </p:nvSpPr>
            <p:spPr>
              <a:xfrm>
                <a:off x="6744972" y="1811479"/>
                <a:ext cx="543638" cy="105482"/>
              </a:xfrm>
              <a:prstGeom prst="rect">
                <a:avLst/>
              </a:prstGeom>
              <a:noFill/>
              <a:ln w="1905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dirty="0"/>
              </a:p>
            </p:txBody>
          </p:sp>
          <p:sp>
            <p:nvSpPr>
              <p:cNvPr id="24" name="tod">
                <a:extLst>
                  <a:ext uri="{FF2B5EF4-FFF2-40B4-BE49-F238E27FC236}">
                    <a16:creationId xmlns:a16="http://schemas.microsoft.com/office/drawing/2014/main" id="{0A5FCC18-32BD-41EB-9C85-F4DFBC17A240}"/>
                  </a:ext>
                </a:extLst>
              </p:cNvPr>
              <p:cNvSpPr/>
              <p:nvPr/>
            </p:nvSpPr>
            <p:spPr>
              <a:xfrm>
                <a:off x="4024887" y="1821378"/>
                <a:ext cx="543638" cy="101519"/>
              </a:xfrm>
              <a:prstGeom prst="rect">
                <a:avLst/>
              </a:prstGeom>
              <a:noFill/>
              <a:ln>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dirty="0"/>
              </a:p>
            </p:txBody>
          </p:sp>
        </p:grpSp>
        <p:sp>
          <p:nvSpPr>
            <p:cNvPr id="25" name="p">
              <a:extLst>
                <a:ext uri="{FF2B5EF4-FFF2-40B4-BE49-F238E27FC236}">
                  <a16:creationId xmlns:a16="http://schemas.microsoft.com/office/drawing/2014/main" id="{61886DE0-0F38-4ACF-B6F2-3E55FC71302A}"/>
                </a:ext>
              </a:extLst>
            </p:cNvPr>
            <p:cNvSpPr/>
            <p:nvPr/>
          </p:nvSpPr>
          <p:spPr>
            <a:xfrm>
              <a:off x="2910450" y="3334704"/>
              <a:ext cx="328845" cy="110691"/>
            </a:xfrm>
            <a:prstGeom prst="rect">
              <a:avLst/>
            </a:prstGeom>
            <a:noFill/>
            <a:ln w="1905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dirty="0"/>
            </a:p>
          </p:txBody>
        </p:sp>
        <p:sp>
          <p:nvSpPr>
            <p:cNvPr id="26" name="tod">
              <a:extLst>
                <a:ext uri="{FF2B5EF4-FFF2-40B4-BE49-F238E27FC236}">
                  <a16:creationId xmlns:a16="http://schemas.microsoft.com/office/drawing/2014/main" id="{A3C8FF44-3107-4C48-A707-D796EA5CE40E}"/>
                </a:ext>
              </a:extLst>
            </p:cNvPr>
            <p:cNvSpPr/>
            <p:nvPr/>
          </p:nvSpPr>
          <p:spPr>
            <a:xfrm>
              <a:off x="4113559" y="3340919"/>
              <a:ext cx="586765" cy="11499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dirty="0"/>
            </a:p>
          </p:txBody>
        </p:sp>
      </p:grpSp>
      <p:sp>
        <p:nvSpPr>
          <p:cNvPr id="27" name="Rectangle 26">
            <a:extLst>
              <a:ext uri="{FF2B5EF4-FFF2-40B4-BE49-F238E27FC236}">
                <a16:creationId xmlns:a16="http://schemas.microsoft.com/office/drawing/2014/main" id="{243FF798-9185-4777-812A-A240A6C8B472}"/>
              </a:ext>
            </a:extLst>
          </p:cNvPr>
          <p:cNvSpPr/>
          <p:nvPr/>
        </p:nvSpPr>
        <p:spPr>
          <a:xfrm>
            <a:off x="251520" y="936000"/>
            <a:ext cx="7416824" cy="92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85243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E6AEB98-63EF-4E19-9F56-FCECD984C8E7}"/>
              </a:ext>
            </a:extLst>
          </p:cNvPr>
          <p:cNvSpPr>
            <a:spLocks noGrp="1"/>
          </p:cNvSpPr>
          <p:nvPr>
            <p:ph type="body" sz="quarter" idx="12"/>
          </p:nvPr>
        </p:nvSpPr>
        <p:spPr/>
        <p:txBody>
          <a:bodyPr/>
          <a:lstStyle/>
          <a:p>
            <a:r>
              <a:rPr lang="en-US" dirty="0"/>
              <a:t>Problematic Data</a:t>
            </a:r>
          </a:p>
        </p:txBody>
      </p:sp>
      <p:sp>
        <p:nvSpPr>
          <p:cNvPr id="3" name="Footer Placeholder 2">
            <a:extLst>
              <a:ext uri="{FF2B5EF4-FFF2-40B4-BE49-F238E27FC236}">
                <a16:creationId xmlns:a16="http://schemas.microsoft.com/office/drawing/2014/main" id="{8B994AA6-3CB8-429C-BA88-A0FE8A052983}"/>
              </a:ext>
            </a:extLst>
          </p:cNvPr>
          <p:cNvSpPr>
            <a:spLocks noGrp="1"/>
          </p:cNvSpPr>
          <p:nvPr>
            <p:ph type="ftr" sz="quarter" idx="17"/>
          </p:nvPr>
        </p:nvSpPr>
        <p:spPr/>
        <p:txBody>
          <a:bodyPr/>
          <a:lstStyle/>
          <a:p>
            <a:endParaRPr lang="de-CH" dirty="0"/>
          </a:p>
        </p:txBody>
      </p:sp>
      <p:sp>
        <p:nvSpPr>
          <p:cNvPr id="4" name="Slide Number Placeholder 3">
            <a:extLst>
              <a:ext uri="{FF2B5EF4-FFF2-40B4-BE49-F238E27FC236}">
                <a16:creationId xmlns:a16="http://schemas.microsoft.com/office/drawing/2014/main" id="{878F7992-873A-4DFC-B027-1B71E6160E71}"/>
              </a:ext>
            </a:extLst>
          </p:cNvPr>
          <p:cNvSpPr>
            <a:spLocks noGrp="1"/>
          </p:cNvSpPr>
          <p:nvPr>
            <p:ph type="sldNum" sz="quarter" idx="18"/>
          </p:nvPr>
        </p:nvSpPr>
        <p:spPr/>
        <p:txBody>
          <a:bodyPr/>
          <a:lstStyle/>
          <a:p>
            <a:fld id="{E6639024-6672-4F87-864B-EA4FA9190A1A}" type="slidenum">
              <a:rPr lang="de-CH" smtClean="0"/>
              <a:pPr/>
              <a:t>18</a:t>
            </a:fld>
            <a:endParaRPr lang="de-CH" dirty="0"/>
          </a:p>
        </p:txBody>
      </p:sp>
      <p:sp>
        <p:nvSpPr>
          <p:cNvPr id="5" name="Title 4">
            <a:extLst>
              <a:ext uri="{FF2B5EF4-FFF2-40B4-BE49-F238E27FC236}">
                <a16:creationId xmlns:a16="http://schemas.microsoft.com/office/drawing/2014/main" id="{A4B64BC4-E3FA-4CA8-B1E1-8AF0120DF2E3}"/>
              </a:ext>
            </a:extLst>
          </p:cNvPr>
          <p:cNvSpPr>
            <a:spLocks noGrp="1"/>
          </p:cNvSpPr>
          <p:nvPr>
            <p:ph type="title"/>
          </p:nvPr>
        </p:nvSpPr>
        <p:spPr/>
        <p:txBody>
          <a:bodyPr/>
          <a:lstStyle/>
          <a:p>
            <a:r>
              <a:rPr lang="en-US" dirty="0"/>
              <a:t>HIST-DAILY</a:t>
            </a:r>
            <a:endParaRPr lang="LID4096" dirty="0"/>
          </a:p>
        </p:txBody>
      </p:sp>
      <p:pic>
        <p:nvPicPr>
          <p:cNvPr id="9" name="Picture 8">
            <a:extLst>
              <a:ext uri="{FF2B5EF4-FFF2-40B4-BE49-F238E27FC236}">
                <a16:creationId xmlns:a16="http://schemas.microsoft.com/office/drawing/2014/main" id="{A398F37C-C253-4717-8424-429B3D12EB86}"/>
              </a:ext>
            </a:extLst>
          </p:cNvPr>
          <p:cNvPicPr>
            <a:picLocks noChangeAspect="1"/>
          </p:cNvPicPr>
          <p:nvPr/>
        </p:nvPicPr>
        <p:blipFill>
          <a:blip r:embed="rId2"/>
          <a:stretch>
            <a:fillRect/>
          </a:stretch>
        </p:blipFill>
        <p:spPr>
          <a:xfrm>
            <a:off x="432210" y="1445161"/>
            <a:ext cx="4859870" cy="322258"/>
          </a:xfrm>
          <a:prstGeom prst="rect">
            <a:avLst/>
          </a:prstGeom>
        </p:spPr>
      </p:pic>
      <p:sp>
        <p:nvSpPr>
          <p:cNvPr id="10" name="TextBox 9">
            <a:extLst>
              <a:ext uri="{FF2B5EF4-FFF2-40B4-BE49-F238E27FC236}">
                <a16:creationId xmlns:a16="http://schemas.microsoft.com/office/drawing/2014/main" id="{64EC9DAF-7DD5-4397-9570-62A1223C9848}"/>
              </a:ext>
            </a:extLst>
          </p:cNvPr>
          <p:cNvSpPr txBox="1"/>
          <p:nvPr/>
        </p:nvSpPr>
        <p:spPr>
          <a:xfrm>
            <a:off x="431540" y="1145921"/>
            <a:ext cx="2700300" cy="246221"/>
          </a:xfrm>
          <a:prstGeom prst="rect">
            <a:avLst/>
          </a:prstGeom>
          <a:noFill/>
        </p:spPr>
        <p:txBody>
          <a:bodyPr wrap="square" rtlCol="0">
            <a:spAutoFit/>
          </a:bodyPr>
          <a:lstStyle/>
          <a:p>
            <a:r>
              <a:rPr lang="en-US" sz="1000" dirty="0"/>
              <a:t>29</a:t>
            </a:r>
            <a:r>
              <a:rPr lang="en-US" sz="1000" baseline="30000" dirty="0"/>
              <a:t>th</a:t>
            </a:r>
            <a:r>
              <a:rPr lang="en-US" sz="1000" dirty="0"/>
              <a:t> of February in non-leap years (Valencia)</a:t>
            </a:r>
            <a:endParaRPr lang="LID4096" sz="1000" dirty="0"/>
          </a:p>
        </p:txBody>
      </p:sp>
      <p:pic>
        <p:nvPicPr>
          <p:cNvPr id="13" name="Picture 12">
            <a:extLst>
              <a:ext uri="{FF2B5EF4-FFF2-40B4-BE49-F238E27FC236}">
                <a16:creationId xmlns:a16="http://schemas.microsoft.com/office/drawing/2014/main" id="{1C8F8209-4AAA-4754-976B-30D0F2ABD282}"/>
              </a:ext>
            </a:extLst>
          </p:cNvPr>
          <p:cNvPicPr>
            <a:picLocks noChangeAspect="1"/>
          </p:cNvPicPr>
          <p:nvPr/>
        </p:nvPicPr>
        <p:blipFill>
          <a:blip r:embed="rId3"/>
          <a:stretch>
            <a:fillRect/>
          </a:stretch>
        </p:blipFill>
        <p:spPr>
          <a:xfrm>
            <a:off x="450252" y="3435966"/>
            <a:ext cx="4608512" cy="465559"/>
          </a:xfrm>
          <a:prstGeom prst="rect">
            <a:avLst/>
          </a:prstGeom>
        </p:spPr>
      </p:pic>
      <p:sp>
        <p:nvSpPr>
          <p:cNvPr id="14" name="TextBox 13">
            <a:extLst>
              <a:ext uri="{FF2B5EF4-FFF2-40B4-BE49-F238E27FC236}">
                <a16:creationId xmlns:a16="http://schemas.microsoft.com/office/drawing/2014/main" id="{8C87B79F-1CBA-4D42-BB7E-16E2211E4868}"/>
              </a:ext>
            </a:extLst>
          </p:cNvPr>
          <p:cNvSpPr txBox="1"/>
          <p:nvPr/>
        </p:nvSpPr>
        <p:spPr>
          <a:xfrm>
            <a:off x="450252" y="3174887"/>
            <a:ext cx="2736304" cy="246221"/>
          </a:xfrm>
          <a:prstGeom prst="rect">
            <a:avLst/>
          </a:prstGeom>
          <a:noFill/>
        </p:spPr>
        <p:txBody>
          <a:bodyPr wrap="square" rtlCol="0">
            <a:spAutoFit/>
          </a:bodyPr>
          <a:lstStyle/>
          <a:p>
            <a:r>
              <a:rPr lang="en-US" sz="1000" dirty="0"/>
              <a:t>Later adoption of Gregorian calendar (Odesa)</a:t>
            </a:r>
            <a:endParaRPr lang="LID4096" sz="1000" dirty="0"/>
          </a:p>
        </p:txBody>
      </p:sp>
      <p:pic>
        <p:nvPicPr>
          <p:cNvPr id="16" name="Picture 15">
            <a:extLst>
              <a:ext uri="{FF2B5EF4-FFF2-40B4-BE49-F238E27FC236}">
                <a16:creationId xmlns:a16="http://schemas.microsoft.com/office/drawing/2014/main" id="{466A23D4-848A-49E2-9249-FA4C12E0EE91}"/>
              </a:ext>
            </a:extLst>
          </p:cNvPr>
          <p:cNvPicPr>
            <a:picLocks noChangeAspect="1"/>
          </p:cNvPicPr>
          <p:nvPr/>
        </p:nvPicPr>
        <p:blipFill>
          <a:blip r:embed="rId4"/>
          <a:stretch>
            <a:fillRect/>
          </a:stretch>
        </p:blipFill>
        <p:spPr>
          <a:xfrm>
            <a:off x="484180" y="2237962"/>
            <a:ext cx="4204886" cy="650508"/>
          </a:xfrm>
          <a:prstGeom prst="rect">
            <a:avLst/>
          </a:prstGeom>
        </p:spPr>
      </p:pic>
      <p:sp>
        <p:nvSpPr>
          <p:cNvPr id="17" name="TextBox 16">
            <a:extLst>
              <a:ext uri="{FF2B5EF4-FFF2-40B4-BE49-F238E27FC236}">
                <a16:creationId xmlns:a16="http://schemas.microsoft.com/office/drawing/2014/main" id="{88BF9BE9-4DEF-46C4-A1B6-D71A21A821BC}"/>
              </a:ext>
            </a:extLst>
          </p:cNvPr>
          <p:cNvSpPr txBox="1"/>
          <p:nvPr/>
        </p:nvSpPr>
        <p:spPr>
          <a:xfrm>
            <a:off x="484180" y="1988235"/>
            <a:ext cx="2736304" cy="246221"/>
          </a:xfrm>
          <a:prstGeom prst="rect">
            <a:avLst/>
          </a:prstGeom>
          <a:noFill/>
        </p:spPr>
        <p:txBody>
          <a:bodyPr wrap="square" rtlCol="0">
            <a:spAutoFit/>
          </a:bodyPr>
          <a:lstStyle/>
          <a:p>
            <a:r>
              <a:rPr lang="en-US" sz="1000" dirty="0"/>
              <a:t>Manually approved climatic outliers (Jena)</a:t>
            </a:r>
            <a:endParaRPr lang="LID4096" sz="1000" dirty="0"/>
          </a:p>
        </p:txBody>
      </p:sp>
      <p:sp>
        <p:nvSpPr>
          <p:cNvPr id="18" name="TextBox 17">
            <a:extLst>
              <a:ext uri="{FF2B5EF4-FFF2-40B4-BE49-F238E27FC236}">
                <a16:creationId xmlns:a16="http://schemas.microsoft.com/office/drawing/2014/main" id="{A3D8398D-404B-457D-9E26-43CD30ECE072}"/>
              </a:ext>
            </a:extLst>
          </p:cNvPr>
          <p:cNvSpPr txBox="1"/>
          <p:nvPr/>
        </p:nvSpPr>
        <p:spPr>
          <a:xfrm>
            <a:off x="5364088" y="1498568"/>
            <a:ext cx="2088232" cy="215444"/>
          </a:xfrm>
          <a:prstGeom prst="rect">
            <a:avLst/>
          </a:prstGeom>
          <a:noFill/>
        </p:spPr>
        <p:txBody>
          <a:bodyPr wrap="square" rtlCol="0">
            <a:spAutoFit/>
          </a:bodyPr>
          <a:lstStyle/>
          <a:p>
            <a:r>
              <a:rPr lang="en-US" sz="800" dirty="0"/>
              <a:t>(31</a:t>
            </a:r>
            <a:r>
              <a:rPr lang="en-US" sz="800" baseline="30000" dirty="0"/>
              <a:t>st</a:t>
            </a:r>
            <a:r>
              <a:rPr lang="en-US" sz="800" dirty="0"/>
              <a:t> of September are quite popular too)</a:t>
            </a:r>
            <a:endParaRPr lang="LID4096" sz="800" dirty="0"/>
          </a:p>
        </p:txBody>
      </p:sp>
      <p:sp>
        <p:nvSpPr>
          <p:cNvPr id="19" name="Rectangle 18">
            <a:extLst>
              <a:ext uri="{FF2B5EF4-FFF2-40B4-BE49-F238E27FC236}">
                <a16:creationId xmlns:a16="http://schemas.microsoft.com/office/drawing/2014/main" id="{00902E81-79D7-4703-BD1A-17271C392274}"/>
              </a:ext>
            </a:extLst>
          </p:cNvPr>
          <p:cNvSpPr/>
          <p:nvPr/>
        </p:nvSpPr>
        <p:spPr>
          <a:xfrm>
            <a:off x="251520" y="936000"/>
            <a:ext cx="7416824" cy="92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2840151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7" grpId="0"/>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E6AEB98-63EF-4E19-9F56-FCECD984C8E7}"/>
              </a:ext>
            </a:extLst>
          </p:cNvPr>
          <p:cNvSpPr>
            <a:spLocks noGrp="1"/>
          </p:cNvSpPr>
          <p:nvPr>
            <p:ph type="body" sz="quarter" idx="12"/>
          </p:nvPr>
        </p:nvSpPr>
        <p:spPr/>
        <p:txBody>
          <a:bodyPr/>
          <a:lstStyle/>
          <a:p>
            <a:r>
              <a:rPr lang="en-US" dirty="0"/>
              <a:t>Problematic Data</a:t>
            </a:r>
          </a:p>
        </p:txBody>
      </p:sp>
      <p:sp>
        <p:nvSpPr>
          <p:cNvPr id="3" name="Footer Placeholder 2">
            <a:extLst>
              <a:ext uri="{FF2B5EF4-FFF2-40B4-BE49-F238E27FC236}">
                <a16:creationId xmlns:a16="http://schemas.microsoft.com/office/drawing/2014/main" id="{8B994AA6-3CB8-429C-BA88-A0FE8A052983}"/>
              </a:ext>
            </a:extLst>
          </p:cNvPr>
          <p:cNvSpPr>
            <a:spLocks noGrp="1"/>
          </p:cNvSpPr>
          <p:nvPr>
            <p:ph type="ftr" sz="quarter" idx="17"/>
          </p:nvPr>
        </p:nvSpPr>
        <p:spPr/>
        <p:txBody>
          <a:bodyPr/>
          <a:lstStyle/>
          <a:p>
            <a:endParaRPr lang="de-CH" dirty="0"/>
          </a:p>
        </p:txBody>
      </p:sp>
      <p:sp>
        <p:nvSpPr>
          <p:cNvPr id="4" name="Slide Number Placeholder 3">
            <a:extLst>
              <a:ext uri="{FF2B5EF4-FFF2-40B4-BE49-F238E27FC236}">
                <a16:creationId xmlns:a16="http://schemas.microsoft.com/office/drawing/2014/main" id="{878F7992-873A-4DFC-B027-1B71E6160E71}"/>
              </a:ext>
            </a:extLst>
          </p:cNvPr>
          <p:cNvSpPr>
            <a:spLocks noGrp="1"/>
          </p:cNvSpPr>
          <p:nvPr>
            <p:ph type="sldNum" sz="quarter" idx="18"/>
          </p:nvPr>
        </p:nvSpPr>
        <p:spPr/>
        <p:txBody>
          <a:bodyPr/>
          <a:lstStyle/>
          <a:p>
            <a:fld id="{E6639024-6672-4F87-864B-EA4FA9190A1A}" type="slidenum">
              <a:rPr lang="de-CH" smtClean="0"/>
              <a:pPr/>
              <a:t>19</a:t>
            </a:fld>
            <a:endParaRPr lang="de-CH" dirty="0"/>
          </a:p>
        </p:txBody>
      </p:sp>
      <p:sp>
        <p:nvSpPr>
          <p:cNvPr id="5" name="Title 4">
            <a:extLst>
              <a:ext uri="{FF2B5EF4-FFF2-40B4-BE49-F238E27FC236}">
                <a16:creationId xmlns:a16="http://schemas.microsoft.com/office/drawing/2014/main" id="{A4B64BC4-E3FA-4CA8-B1E1-8AF0120DF2E3}"/>
              </a:ext>
            </a:extLst>
          </p:cNvPr>
          <p:cNvSpPr>
            <a:spLocks noGrp="1"/>
          </p:cNvSpPr>
          <p:nvPr>
            <p:ph type="title"/>
          </p:nvPr>
        </p:nvSpPr>
        <p:spPr/>
        <p:txBody>
          <a:bodyPr/>
          <a:lstStyle/>
          <a:p>
            <a:r>
              <a:rPr lang="en-US" dirty="0"/>
              <a:t>HIST-DAILY</a:t>
            </a:r>
            <a:endParaRPr lang="LID4096" dirty="0"/>
          </a:p>
        </p:txBody>
      </p:sp>
      <p:sp>
        <p:nvSpPr>
          <p:cNvPr id="7" name="Text Placeholder 6">
            <a:extLst>
              <a:ext uri="{FF2B5EF4-FFF2-40B4-BE49-F238E27FC236}">
                <a16:creationId xmlns:a16="http://schemas.microsoft.com/office/drawing/2014/main" id="{C6764337-CAC2-4DFB-8000-B8AED1442B47}"/>
              </a:ext>
            </a:extLst>
          </p:cNvPr>
          <p:cNvSpPr>
            <a:spLocks noGrp="1"/>
          </p:cNvSpPr>
          <p:nvPr>
            <p:ph type="body" sz="quarter" idx="19"/>
          </p:nvPr>
        </p:nvSpPr>
        <p:spPr/>
        <p:txBody>
          <a:bodyPr/>
          <a:lstStyle/>
          <a:p>
            <a:endParaRPr lang="LID4096"/>
          </a:p>
        </p:txBody>
      </p:sp>
      <p:sp>
        <p:nvSpPr>
          <p:cNvPr id="19" name="Rectangle 18">
            <a:extLst>
              <a:ext uri="{FF2B5EF4-FFF2-40B4-BE49-F238E27FC236}">
                <a16:creationId xmlns:a16="http://schemas.microsoft.com/office/drawing/2014/main" id="{00902E81-79D7-4703-BD1A-17271C392274}"/>
              </a:ext>
            </a:extLst>
          </p:cNvPr>
          <p:cNvSpPr/>
          <p:nvPr/>
        </p:nvSpPr>
        <p:spPr>
          <a:xfrm>
            <a:off x="251520" y="936000"/>
            <a:ext cx="7416824" cy="92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12" name="Picture 11">
            <a:extLst>
              <a:ext uri="{FF2B5EF4-FFF2-40B4-BE49-F238E27FC236}">
                <a16:creationId xmlns:a16="http://schemas.microsoft.com/office/drawing/2014/main" id="{22DF35C4-A568-4529-AC3C-9D7AAF8CD1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6250" y="1164759"/>
            <a:ext cx="5578359" cy="3042741"/>
          </a:xfrm>
          <a:prstGeom prst="rect">
            <a:avLst/>
          </a:prstGeom>
        </p:spPr>
      </p:pic>
      <p:sp>
        <p:nvSpPr>
          <p:cNvPr id="20" name="Text Placeholder 6">
            <a:extLst>
              <a:ext uri="{FF2B5EF4-FFF2-40B4-BE49-F238E27FC236}">
                <a16:creationId xmlns:a16="http://schemas.microsoft.com/office/drawing/2014/main" id="{8A4BFB90-1811-47BF-A2A7-367971774650}"/>
              </a:ext>
            </a:extLst>
          </p:cNvPr>
          <p:cNvSpPr txBox="1">
            <a:spLocks/>
          </p:cNvSpPr>
          <p:nvPr/>
        </p:nvSpPr>
        <p:spPr>
          <a:xfrm>
            <a:off x="2699792" y="4551990"/>
            <a:ext cx="6084208" cy="180000"/>
          </a:xfrm>
          <a:prstGeom prst="rect">
            <a:avLst/>
          </a:prstGeom>
        </p:spPr>
        <p:txBody>
          <a:bodyPr vert="horz" lIns="36000" tIns="36000" rIns="36000" bIns="36000" rtlCol="0" anchor="ctr">
            <a:noAutofit/>
          </a:bodyPr>
          <a:lstStyle>
            <a:lvl1pPr marL="0" indent="0" algn="r" defTabSz="685800" rtl="0" eaLnBrk="1" latinLnBrk="0" hangingPunct="1">
              <a:lnSpc>
                <a:spcPct val="100000"/>
              </a:lnSpc>
              <a:spcBef>
                <a:spcPts val="0"/>
              </a:spcBef>
              <a:spcAft>
                <a:spcPts val="0"/>
              </a:spcAft>
              <a:buFont typeface="Symbol" panose="05050102010706020507" pitchFamily="18" charset="2"/>
              <a:buNone/>
              <a:defRPr sz="800" kern="1200" baseline="0">
                <a:solidFill>
                  <a:schemeClr val="tx1"/>
                </a:solidFill>
                <a:latin typeface="+mn-lt"/>
                <a:ea typeface="+mn-ea"/>
                <a:cs typeface="+mn-cs"/>
              </a:defRPr>
            </a:lvl1pPr>
            <a:lvl2pPr marL="432000" indent="-216000" algn="l" defTabSz="685800" rtl="0" eaLnBrk="1" latinLnBrk="0" hangingPunct="1">
              <a:lnSpc>
                <a:spcPct val="100000"/>
              </a:lnSpc>
              <a:spcBef>
                <a:spcPts val="200"/>
              </a:spcBef>
              <a:buFont typeface="Symbol" panose="05050102010706020507" pitchFamily="18" charset="2"/>
              <a:buChar char="-"/>
              <a:defRPr sz="1600" kern="1200">
                <a:solidFill>
                  <a:schemeClr val="tx1"/>
                </a:solidFill>
                <a:latin typeface="+mn-lt"/>
                <a:ea typeface="+mn-ea"/>
                <a:cs typeface="+mn-cs"/>
              </a:defRPr>
            </a:lvl2pPr>
            <a:lvl3pPr marL="648000" indent="-216000" algn="l" defTabSz="685800" rtl="0" eaLnBrk="1" latinLnBrk="0" hangingPunct="1">
              <a:lnSpc>
                <a:spcPct val="100000"/>
              </a:lnSpc>
              <a:spcBef>
                <a:spcPts val="200"/>
              </a:spcBef>
              <a:buFont typeface="Symbol" panose="05050102010706020507" pitchFamily="18" charset="2"/>
              <a:buChar char="-"/>
              <a:defRPr sz="1400" kern="1200">
                <a:solidFill>
                  <a:schemeClr val="tx1"/>
                </a:solidFill>
                <a:latin typeface="+mn-lt"/>
                <a:ea typeface="+mn-ea"/>
                <a:cs typeface="+mn-cs"/>
              </a:defRPr>
            </a:lvl3pPr>
            <a:lvl4pPr marL="864000" indent="-216000" algn="l" defTabSz="685800" rtl="0" eaLnBrk="1" latinLnBrk="0" hangingPunct="1">
              <a:lnSpc>
                <a:spcPct val="100000"/>
              </a:lnSpc>
              <a:spcBef>
                <a:spcPts val="200"/>
              </a:spcBef>
              <a:buFont typeface="Symbol" panose="05050102010706020507" pitchFamily="18" charset="2"/>
              <a:buChar char="-"/>
              <a:defRPr sz="1200" kern="1200">
                <a:solidFill>
                  <a:schemeClr val="tx1"/>
                </a:solidFill>
                <a:latin typeface="+mn-lt"/>
                <a:ea typeface="+mn-ea"/>
                <a:cs typeface="+mn-cs"/>
              </a:defRPr>
            </a:lvl4pPr>
            <a:lvl5pPr marL="1080000" indent="-216000" algn="l" defTabSz="685800" rtl="0" eaLnBrk="1" latinLnBrk="0" hangingPunct="1">
              <a:lnSpc>
                <a:spcPct val="100000"/>
              </a:lnSpc>
              <a:spcBef>
                <a:spcPts val="200"/>
              </a:spcBef>
              <a:buFont typeface="Symbol" panose="05050102010706020507" pitchFamily="18" charset="2"/>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700" dirty="0" err="1">
                <a:solidFill>
                  <a:schemeClr val="bg1">
                    <a:lumMod val="50000"/>
                  </a:schemeClr>
                </a:solidFill>
              </a:rPr>
              <a:t>Skrynyk</a:t>
            </a:r>
            <a:r>
              <a:rPr lang="en-US" sz="700" dirty="0">
                <a:solidFill>
                  <a:schemeClr val="bg1">
                    <a:lumMod val="50000"/>
                  </a:schemeClr>
                </a:solidFill>
              </a:rPr>
              <a:t>, O., </a:t>
            </a:r>
            <a:r>
              <a:rPr lang="en-US" sz="700" dirty="0" err="1">
                <a:solidFill>
                  <a:schemeClr val="bg1">
                    <a:lumMod val="50000"/>
                  </a:schemeClr>
                </a:solidFill>
              </a:rPr>
              <a:t>Luterbacher</a:t>
            </a:r>
            <a:r>
              <a:rPr lang="en-US" sz="700" dirty="0">
                <a:solidFill>
                  <a:schemeClr val="bg1">
                    <a:lumMod val="50000"/>
                  </a:schemeClr>
                </a:solidFill>
              </a:rPr>
              <a:t>, J., Allan, R., </a:t>
            </a:r>
            <a:r>
              <a:rPr lang="en-US" sz="700" dirty="0" err="1">
                <a:solidFill>
                  <a:schemeClr val="bg1">
                    <a:lumMod val="50000"/>
                  </a:schemeClr>
                </a:solidFill>
              </a:rPr>
              <a:t>Sidenko</a:t>
            </a:r>
            <a:r>
              <a:rPr lang="en-US" sz="700" dirty="0">
                <a:solidFill>
                  <a:schemeClr val="bg1">
                    <a:lumMod val="50000"/>
                  </a:schemeClr>
                </a:solidFill>
              </a:rPr>
              <a:t>, V., </a:t>
            </a:r>
            <a:r>
              <a:rPr lang="en-US" sz="700" dirty="0" err="1">
                <a:solidFill>
                  <a:schemeClr val="bg1">
                    <a:lumMod val="50000"/>
                  </a:schemeClr>
                </a:solidFill>
              </a:rPr>
              <a:t>Saloid</a:t>
            </a:r>
            <a:r>
              <a:rPr lang="en-US" sz="700" dirty="0">
                <a:solidFill>
                  <a:schemeClr val="bg1">
                    <a:lumMod val="50000"/>
                  </a:schemeClr>
                </a:solidFill>
              </a:rPr>
              <a:t>, K., </a:t>
            </a:r>
            <a:r>
              <a:rPr lang="en-US" sz="700" dirty="0" err="1">
                <a:solidFill>
                  <a:schemeClr val="bg1">
                    <a:lumMod val="50000"/>
                  </a:schemeClr>
                </a:solidFill>
              </a:rPr>
              <a:t>Xoplaki</a:t>
            </a:r>
            <a:r>
              <a:rPr lang="en-US" sz="700" dirty="0">
                <a:solidFill>
                  <a:schemeClr val="bg1">
                    <a:lumMod val="50000"/>
                  </a:schemeClr>
                </a:solidFill>
              </a:rPr>
              <a:t>, E., ... &amp; </a:t>
            </a:r>
            <a:r>
              <a:rPr lang="en-US" sz="700" dirty="0" err="1">
                <a:solidFill>
                  <a:schemeClr val="bg1">
                    <a:lumMod val="50000"/>
                  </a:schemeClr>
                </a:solidFill>
              </a:rPr>
              <a:t>Osadchyi</a:t>
            </a:r>
            <a:r>
              <a:rPr lang="en-US" sz="700" dirty="0">
                <a:solidFill>
                  <a:schemeClr val="bg1">
                    <a:lumMod val="50000"/>
                  </a:schemeClr>
                </a:solidFill>
              </a:rPr>
              <a:t>, V. (2026). Early Instrumental Weather Observations From Ukraine: The </a:t>
            </a:r>
            <a:r>
              <a:rPr lang="en-US" sz="700" dirty="0" err="1">
                <a:solidFill>
                  <a:schemeClr val="bg1">
                    <a:lumMod val="50000"/>
                  </a:schemeClr>
                </a:solidFill>
              </a:rPr>
              <a:t>ClimUAsd‐Stn</a:t>
            </a:r>
            <a:r>
              <a:rPr lang="en-US" sz="700" dirty="0">
                <a:solidFill>
                  <a:schemeClr val="bg1">
                    <a:lumMod val="50000"/>
                  </a:schemeClr>
                </a:solidFill>
              </a:rPr>
              <a:t>. v2 Dataset, 1808–1880. Geoscience Data Journal, 13(1), e70050.</a:t>
            </a:r>
            <a:endParaRPr lang="LID4096" sz="700" dirty="0">
              <a:solidFill>
                <a:schemeClr val="bg1">
                  <a:lumMod val="50000"/>
                </a:schemeClr>
              </a:solidFill>
            </a:endParaRPr>
          </a:p>
        </p:txBody>
      </p:sp>
    </p:spTree>
    <p:extLst>
      <p:ext uri="{BB962C8B-B14F-4D97-AF65-F5344CB8AC3E}">
        <p14:creationId xmlns:p14="http://schemas.microsoft.com/office/powerpoint/2010/main" val="2912968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A410974-5F5B-43DE-AD01-CA8EE41031D9}"/>
              </a:ext>
            </a:extLst>
          </p:cNvPr>
          <p:cNvPicPr>
            <a:picLocks noChangeAspect="1"/>
          </p:cNvPicPr>
          <p:nvPr/>
        </p:nvPicPr>
        <p:blipFill>
          <a:blip r:embed="rId3"/>
          <a:stretch>
            <a:fillRect/>
          </a:stretch>
        </p:blipFill>
        <p:spPr>
          <a:xfrm>
            <a:off x="2051720" y="698260"/>
            <a:ext cx="5328592" cy="4302226"/>
          </a:xfrm>
          <a:prstGeom prst="rect">
            <a:avLst/>
          </a:prstGeom>
        </p:spPr>
      </p:pic>
      <p:sp>
        <p:nvSpPr>
          <p:cNvPr id="2" name="Text Placeholder 1">
            <a:extLst>
              <a:ext uri="{FF2B5EF4-FFF2-40B4-BE49-F238E27FC236}">
                <a16:creationId xmlns:a16="http://schemas.microsoft.com/office/drawing/2014/main" id="{71F2E043-F903-4C88-804A-F7F7631B287D}"/>
              </a:ext>
            </a:extLst>
          </p:cNvPr>
          <p:cNvSpPr>
            <a:spLocks noGrp="1"/>
          </p:cNvSpPr>
          <p:nvPr>
            <p:ph type="body" sz="quarter" idx="12"/>
          </p:nvPr>
        </p:nvSpPr>
        <p:spPr/>
        <p:txBody>
          <a:bodyPr/>
          <a:lstStyle/>
          <a:p>
            <a:r>
              <a:rPr lang="en-US" dirty="0"/>
              <a:t>Case Study</a:t>
            </a:r>
            <a:endParaRPr lang="LID4096" dirty="0"/>
          </a:p>
        </p:txBody>
      </p:sp>
      <p:sp>
        <p:nvSpPr>
          <p:cNvPr id="3" name="Footer Placeholder 2">
            <a:extLst>
              <a:ext uri="{FF2B5EF4-FFF2-40B4-BE49-F238E27FC236}">
                <a16:creationId xmlns:a16="http://schemas.microsoft.com/office/drawing/2014/main" id="{4056113E-EC8A-419E-B8F0-9915F451880F}"/>
              </a:ext>
            </a:extLst>
          </p:cNvPr>
          <p:cNvSpPr>
            <a:spLocks noGrp="1"/>
          </p:cNvSpPr>
          <p:nvPr>
            <p:ph type="ftr" sz="quarter" idx="17"/>
          </p:nvPr>
        </p:nvSpPr>
        <p:spPr/>
        <p:txBody>
          <a:bodyPr/>
          <a:lstStyle/>
          <a:p>
            <a:endParaRPr lang="de-CH" dirty="0"/>
          </a:p>
        </p:txBody>
      </p:sp>
      <p:sp>
        <p:nvSpPr>
          <p:cNvPr id="4" name="Slide Number Placeholder 3">
            <a:extLst>
              <a:ext uri="{FF2B5EF4-FFF2-40B4-BE49-F238E27FC236}">
                <a16:creationId xmlns:a16="http://schemas.microsoft.com/office/drawing/2014/main" id="{E6E5AFDD-AAA8-41A0-BF27-BDA791032CD1}"/>
              </a:ext>
            </a:extLst>
          </p:cNvPr>
          <p:cNvSpPr>
            <a:spLocks noGrp="1"/>
          </p:cNvSpPr>
          <p:nvPr>
            <p:ph type="sldNum" sz="quarter" idx="18"/>
          </p:nvPr>
        </p:nvSpPr>
        <p:spPr/>
        <p:txBody>
          <a:bodyPr/>
          <a:lstStyle/>
          <a:p>
            <a:r>
              <a:rPr lang="de-CH" dirty="0"/>
              <a:t>12</a:t>
            </a:r>
          </a:p>
        </p:txBody>
      </p:sp>
      <p:sp>
        <p:nvSpPr>
          <p:cNvPr id="5" name="Title 4">
            <a:extLst>
              <a:ext uri="{FF2B5EF4-FFF2-40B4-BE49-F238E27FC236}">
                <a16:creationId xmlns:a16="http://schemas.microsoft.com/office/drawing/2014/main" id="{CA959582-AD1E-429F-9BD1-790F50F3D5C7}"/>
              </a:ext>
            </a:extLst>
          </p:cNvPr>
          <p:cNvSpPr>
            <a:spLocks noGrp="1"/>
          </p:cNvSpPr>
          <p:nvPr>
            <p:ph type="title"/>
          </p:nvPr>
        </p:nvSpPr>
        <p:spPr/>
        <p:txBody>
          <a:bodyPr/>
          <a:lstStyle/>
          <a:p>
            <a:r>
              <a:rPr lang="en-US" dirty="0"/>
              <a:t>HIST-DAILY</a:t>
            </a:r>
            <a:endParaRPr lang="LID4096" dirty="0"/>
          </a:p>
        </p:txBody>
      </p:sp>
      <p:sp>
        <p:nvSpPr>
          <p:cNvPr id="7" name="Text Placeholder 6">
            <a:extLst>
              <a:ext uri="{FF2B5EF4-FFF2-40B4-BE49-F238E27FC236}">
                <a16:creationId xmlns:a16="http://schemas.microsoft.com/office/drawing/2014/main" id="{1A9DE795-DD58-46BE-AF7F-5C4796F83564}"/>
              </a:ext>
            </a:extLst>
          </p:cNvPr>
          <p:cNvSpPr>
            <a:spLocks noGrp="1"/>
          </p:cNvSpPr>
          <p:nvPr>
            <p:ph type="body" sz="quarter" idx="19"/>
          </p:nvPr>
        </p:nvSpPr>
        <p:spPr/>
        <p:txBody>
          <a:bodyPr/>
          <a:lstStyle/>
          <a:p>
            <a:endParaRPr lang="LID4096"/>
          </a:p>
        </p:txBody>
      </p:sp>
      <p:sp>
        <p:nvSpPr>
          <p:cNvPr id="9" name="Rectangle 8">
            <a:extLst>
              <a:ext uri="{FF2B5EF4-FFF2-40B4-BE49-F238E27FC236}">
                <a16:creationId xmlns:a16="http://schemas.microsoft.com/office/drawing/2014/main" id="{ECF2E8C0-33BB-4BE2-96E5-D5EFEBC224D1}"/>
              </a:ext>
            </a:extLst>
          </p:cNvPr>
          <p:cNvSpPr/>
          <p:nvPr/>
        </p:nvSpPr>
        <p:spPr>
          <a:xfrm>
            <a:off x="1547664" y="2953330"/>
            <a:ext cx="2952328" cy="201016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dirty="0"/>
          </a:p>
        </p:txBody>
      </p:sp>
      <p:sp>
        <p:nvSpPr>
          <p:cNvPr id="10" name="Rectangle 9">
            <a:extLst>
              <a:ext uri="{FF2B5EF4-FFF2-40B4-BE49-F238E27FC236}">
                <a16:creationId xmlns:a16="http://schemas.microsoft.com/office/drawing/2014/main" id="{650026E6-76D3-4D67-8858-4C6404BD200E}"/>
              </a:ext>
            </a:extLst>
          </p:cNvPr>
          <p:cNvSpPr/>
          <p:nvPr/>
        </p:nvSpPr>
        <p:spPr>
          <a:xfrm>
            <a:off x="4413696" y="2988036"/>
            <a:ext cx="2966616" cy="204243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11" name="Picture 10">
            <a:extLst>
              <a:ext uri="{FF2B5EF4-FFF2-40B4-BE49-F238E27FC236}">
                <a16:creationId xmlns:a16="http://schemas.microsoft.com/office/drawing/2014/main" id="{AA69451E-42C8-4068-94C6-B85373C0F2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40352" y="1059582"/>
            <a:ext cx="1082665" cy="245203"/>
          </a:xfrm>
          <a:prstGeom prst="rect">
            <a:avLst/>
          </a:prstGeom>
        </p:spPr>
      </p:pic>
      <p:sp>
        <p:nvSpPr>
          <p:cNvPr id="13" name="Rectangle 12">
            <a:extLst>
              <a:ext uri="{FF2B5EF4-FFF2-40B4-BE49-F238E27FC236}">
                <a16:creationId xmlns:a16="http://schemas.microsoft.com/office/drawing/2014/main" id="{6C1DEC90-D191-4F36-8438-582B889865EC}"/>
              </a:ext>
            </a:extLst>
          </p:cNvPr>
          <p:cNvSpPr/>
          <p:nvPr/>
        </p:nvSpPr>
        <p:spPr>
          <a:xfrm>
            <a:off x="251520" y="936000"/>
            <a:ext cx="7416824" cy="92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4057004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73B645-19D1-4243-B986-7E2E3CCE27A1}"/>
              </a:ext>
            </a:extLst>
          </p:cNvPr>
          <p:cNvSpPr>
            <a:spLocks noGrp="1"/>
          </p:cNvSpPr>
          <p:nvPr>
            <p:ph type="body" sz="quarter" idx="12"/>
          </p:nvPr>
        </p:nvSpPr>
        <p:spPr/>
        <p:txBody>
          <a:bodyPr/>
          <a:lstStyle/>
          <a:p>
            <a:r>
              <a:rPr lang="en-US" dirty="0"/>
              <a:t>Outlook</a:t>
            </a:r>
            <a:endParaRPr lang="LID4096" dirty="0"/>
          </a:p>
        </p:txBody>
      </p:sp>
      <p:sp>
        <p:nvSpPr>
          <p:cNvPr id="5" name="Title 4">
            <a:extLst>
              <a:ext uri="{FF2B5EF4-FFF2-40B4-BE49-F238E27FC236}">
                <a16:creationId xmlns:a16="http://schemas.microsoft.com/office/drawing/2014/main" id="{B4505D57-7C32-4B79-98BB-3DA5C89D2591}"/>
              </a:ext>
            </a:extLst>
          </p:cNvPr>
          <p:cNvSpPr>
            <a:spLocks noGrp="1"/>
          </p:cNvSpPr>
          <p:nvPr>
            <p:ph type="title"/>
          </p:nvPr>
        </p:nvSpPr>
        <p:spPr/>
        <p:txBody>
          <a:bodyPr/>
          <a:lstStyle/>
          <a:p>
            <a:r>
              <a:rPr lang="en-US" dirty="0"/>
              <a:t>HIST-DAILY</a:t>
            </a:r>
            <a:endParaRPr lang="LID4096" dirty="0"/>
          </a:p>
        </p:txBody>
      </p:sp>
      <p:sp>
        <p:nvSpPr>
          <p:cNvPr id="6" name="Content Placeholder 5">
            <a:extLst>
              <a:ext uri="{FF2B5EF4-FFF2-40B4-BE49-F238E27FC236}">
                <a16:creationId xmlns:a16="http://schemas.microsoft.com/office/drawing/2014/main" id="{9AF024AF-6EE1-42E7-A303-16281D7E03CC}"/>
              </a:ext>
            </a:extLst>
          </p:cNvPr>
          <p:cNvSpPr>
            <a:spLocks noGrp="1"/>
          </p:cNvSpPr>
          <p:nvPr>
            <p:ph sz="quarter" idx="20"/>
          </p:nvPr>
        </p:nvSpPr>
        <p:spPr>
          <a:xfrm>
            <a:off x="3635896" y="4227934"/>
            <a:ext cx="4840065" cy="468000"/>
          </a:xfrm>
        </p:spPr>
        <p:txBody>
          <a:bodyPr>
            <a:normAutofit fontScale="92500"/>
          </a:bodyPr>
          <a:lstStyle/>
          <a:p>
            <a:pPr marL="0" indent="0" algn="r">
              <a:buNone/>
            </a:pPr>
            <a:r>
              <a:rPr lang="en-US" sz="1200" dirty="0"/>
              <a:t>The data will be available in the PANGAEA</a:t>
            </a:r>
            <a:r>
              <a:rPr lang="en-US" sz="1200" baseline="30000" dirty="0"/>
              <a:t>®</a:t>
            </a:r>
            <a:r>
              <a:rPr lang="en-US" sz="1200" dirty="0"/>
              <a:t> Data Publisher once approved.</a:t>
            </a:r>
          </a:p>
          <a:p>
            <a:pPr marL="0" indent="0" algn="r">
              <a:buNone/>
            </a:pPr>
            <a:r>
              <a:rPr lang="en-US" sz="1200" i="1" dirty="0">
                <a:solidFill>
                  <a:srgbClr val="E40046"/>
                </a:solidFill>
              </a:rPr>
              <a:t>https://www.pangaea.de/</a:t>
            </a:r>
          </a:p>
        </p:txBody>
      </p:sp>
      <p:pic>
        <p:nvPicPr>
          <p:cNvPr id="8" name="Picture 7">
            <a:extLst>
              <a:ext uri="{FF2B5EF4-FFF2-40B4-BE49-F238E27FC236}">
                <a16:creationId xmlns:a16="http://schemas.microsoft.com/office/drawing/2014/main" id="{C3ABCAB3-965C-44E7-B176-134386019C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0352" y="1059582"/>
            <a:ext cx="1082665" cy="245203"/>
          </a:xfrm>
          <a:prstGeom prst="rect">
            <a:avLst/>
          </a:prstGeom>
        </p:spPr>
      </p:pic>
      <p:sp>
        <p:nvSpPr>
          <p:cNvPr id="4" name="TextBox 3">
            <a:extLst>
              <a:ext uri="{FF2B5EF4-FFF2-40B4-BE49-F238E27FC236}">
                <a16:creationId xmlns:a16="http://schemas.microsoft.com/office/drawing/2014/main" id="{CCF7EF68-1991-4DE5-974F-08F9D3A0282A}"/>
              </a:ext>
            </a:extLst>
          </p:cNvPr>
          <p:cNvSpPr txBox="1"/>
          <p:nvPr/>
        </p:nvSpPr>
        <p:spPr>
          <a:xfrm>
            <a:off x="361874" y="1687335"/>
            <a:ext cx="7668344" cy="17030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1803 series of daily &amp; sub-daily European observations before 1900</a:t>
            </a:r>
          </a:p>
          <a:p>
            <a:pPr marL="285750" indent="-285750">
              <a:lnSpc>
                <a:spcPct val="150000"/>
              </a:lnSpc>
              <a:buFont typeface="Arial" panose="020B0604020202020204" pitchFamily="34" charset="0"/>
              <a:buChar char="•"/>
            </a:pPr>
            <a:r>
              <a:rPr lang="en-US" dirty="0"/>
              <a:t>Multi-variable: temperature, pressure, precipitation, wind direction</a:t>
            </a:r>
          </a:p>
          <a:p>
            <a:pPr marL="285750" indent="-285750">
              <a:lnSpc>
                <a:spcPct val="150000"/>
              </a:lnSpc>
              <a:buFont typeface="Arial" panose="020B0604020202020204" pitchFamily="34" charset="0"/>
              <a:buChar char="•"/>
            </a:pPr>
            <a:r>
              <a:rPr lang="en-US" dirty="0"/>
              <a:t>Rigorous quality control</a:t>
            </a:r>
          </a:p>
          <a:p>
            <a:pPr marL="285750" indent="-285750">
              <a:lnSpc>
                <a:spcPct val="150000"/>
              </a:lnSpc>
              <a:buFont typeface="Arial" panose="020B0604020202020204" pitchFamily="34" charset="0"/>
              <a:buChar char="•"/>
            </a:pPr>
            <a:r>
              <a:rPr lang="en-US" dirty="0"/>
              <a:t>Ready to assimilate into historical </a:t>
            </a:r>
            <a:r>
              <a:rPr lang="en-US" dirty="0" err="1"/>
              <a:t>reanalyses</a:t>
            </a:r>
            <a:endParaRPr lang="LID4096" dirty="0"/>
          </a:p>
        </p:txBody>
      </p:sp>
      <p:sp>
        <p:nvSpPr>
          <p:cNvPr id="3" name="TextBox 2">
            <a:extLst>
              <a:ext uri="{FF2B5EF4-FFF2-40B4-BE49-F238E27FC236}">
                <a16:creationId xmlns:a16="http://schemas.microsoft.com/office/drawing/2014/main" id="{E76B9D12-0657-428C-8AE1-0315F03DBC07}"/>
              </a:ext>
            </a:extLst>
          </p:cNvPr>
          <p:cNvSpPr txBox="1"/>
          <p:nvPr/>
        </p:nvSpPr>
        <p:spPr>
          <a:xfrm>
            <a:off x="4482748" y="4686404"/>
            <a:ext cx="4032448" cy="261610"/>
          </a:xfrm>
          <a:prstGeom prst="rect">
            <a:avLst/>
          </a:prstGeom>
          <a:noFill/>
        </p:spPr>
        <p:txBody>
          <a:bodyPr wrap="square" rtlCol="0">
            <a:spAutoFit/>
          </a:bodyPr>
          <a:lstStyle/>
          <a:p>
            <a:pPr algn="r"/>
            <a:r>
              <a:rPr lang="en-US" sz="1100" dirty="0"/>
              <a:t>Carlota Corbella </a:t>
            </a:r>
            <a:r>
              <a:rPr lang="en-US" sz="1100" dirty="0">
                <a:solidFill>
                  <a:schemeClr val="tx1">
                    <a:lumMod val="65000"/>
                    <a:lumOff val="35000"/>
                  </a:schemeClr>
                </a:solidFill>
              </a:rPr>
              <a:t>|</a:t>
            </a:r>
            <a:r>
              <a:rPr lang="en-US" sz="1100" dirty="0"/>
              <a:t> </a:t>
            </a:r>
            <a:r>
              <a:rPr lang="en-US" sz="1100" dirty="0">
                <a:solidFill>
                  <a:schemeClr val="bg1">
                    <a:lumMod val="50000"/>
                  </a:schemeClr>
                </a:solidFill>
              </a:rPr>
              <a:t>carlota.corbellaalcantara@unibe.ch</a:t>
            </a:r>
            <a:endParaRPr lang="LID4096" sz="1100" dirty="0">
              <a:solidFill>
                <a:schemeClr val="bg1">
                  <a:lumMod val="50000"/>
                </a:schemeClr>
              </a:solidFill>
            </a:endParaRPr>
          </a:p>
        </p:txBody>
      </p:sp>
    </p:spTree>
    <p:extLst>
      <p:ext uri="{BB962C8B-B14F-4D97-AF65-F5344CB8AC3E}">
        <p14:creationId xmlns:p14="http://schemas.microsoft.com/office/powerpoint/2010/main" val="17642360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HAPE_LOCKS" val="1983"/>
</p:tagLst>
</file>

<file path=ppt/theme/theme1.xml><?xml version="1.0" encoding="utf-8"?>
<a:theme xmlns:a="http://schemas.openxmlformats.org/drawingml/2006/main" name="3_Office">
  <a:themeElements>
    <a:clrScheme name="UniBE">
      <a:dk1>
        <a:sysClr val="windowText" lastClr="000000"/>
      </a:dk1>
      <a:lt1>
        <a:sysClr val="window" lastClr="FFFFFF"/>
      </a:lt1>
      <a:dk2>
        <a:srgbClr val="53565A"/>
      </a:dk2>
      <a:lt2>
        <a:srgbClr val="E40046"/>
      </a:lt2>
      <a:accent1>
        <a:srgbClr val="202A44"/>
      </a:accent1>
      <a:accent2>
        <a:srgbClr val="E40046"/>
      </a:accent2>
      <a:accent3>
        <a:srgbClr val="DE7C00"/>
      </a:accent3>
      <a:accent4>
        <a:srgbClr val="DAAA00"/>
      </a:accent4>
      <a:accent5>
        <a:srgbClr val="A4C8E1"/>
      </a:accent5>
      <a:accent6>
        <a:srgbClr val="97999B"/>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2" id="{F85B5258-2C3E-489C-8456-0280B7693F9C}" vid="{220B11A5-9FBE-4BE8-88F7-F6586911FCB9}"/>
    </a:ext>
  </a:extLst>
</a:theme>
</file>

<file path=ppt/theme/theme2.xml><?xml version="1.0" encoding="utf-8"?>
<a:theme xmlns:a="http://schemas.openxmlformats.org/drawingml/2006/main" name="1_Office">
  <a:themeElements>
    <a:clrScheme name="UniBE">
      <a:dk1>
        <a:sysClr val="windowText" lastClr="000000"/>
      </a:dk1>
      <a:lt1>
        <a:sysClr val="window" lastClr="FFFFFF"/>
      </a:lt1>
      <a:dk2>
        <a:srgbClr val="53565A"/>
      </a:dk2>
      <a:lt2>
        <a:srgbClr val="E40046"/>
      </a:lt2>
      <a:accent1>
        <a:srgbClr val="202A44"/>
      </a:accent1>
      <a:accent2>
        <a:srgbClr val="E40046"/>
      </a:accent2>
      <a:accent3>
        <a:srgbClr val="DE7C00"/>
      </a:accent3>
      <a:accent4>
        <a:srgbClr val="DAAA00"/>
      </a:accent4>
      <a:accent5>
        <a:srgbClr val="A4C8E1"/>
      </a:accent5>
      <a:accent6>
        <a:srgbClr val="97999B"/>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2" id="{F85B5258-2C3E-489C-8456-0280B7693F9C}" vid="{B4599F3B-7FCE-492B-8B3D-887A710F2678}"/>
    </a:ext>
  </a:extLst>
</a:theme>
</file>

<file path=ppt/theme/theme3.xml><?xml version="1.0" encoding="utf-8"?>
<a:theme xmlns:a="http://schemas.openxmlformats.org/drawingml/2006/main" name="Ende">
  <a:themeElements>
    <a:clrScheme name="UniBE">
      <a:dk1>
        <a:sysClr val="windowText" lastClr="000000"/>
      </a:dk1>
      <a:lt1>
        <a:sysClr val="window" lastClr="FFFFFF"/>
      </a:lt1>
      <a:dk2>
        <a:srgbClr val="53565A"/>
      </a:dk2>
      <a:lt2>
        <a:srgbClr val="E40046"/>
      </a:lt2>
      <a:accent1>
        <a:srgbClr val="202A44"/>
      </a:accent1>
      <a:accent2>
        <a:srgbClr val="E40046"/>
      </a:accent2>
      <a:accent3>
        <a:srgbClr val="DE7C00"/>
      </a:accent3>
      <a:accent4>
        <a:srgbClr val="DAAA00"/>
      </a:accent4>
      <a:accent5>
        <a:srgbClr val="A4C8E1"/>
      </a:accent5>
      <a:accent6>
        <a:srgbClr val="97999B"/>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2" id="{F85B5258-2C3E-489C-8456-0280B7693F9C}" vid="{4527320C-C198-40CD-B0BF-F9ABCAA7BE5F}"/>
    </a:ext>
  </a:extLst>
</a:theme>
</file>

<file path=ppt/theme/theme4.xml><?xml version="1.0" encoding="utf-8"?>
<a:theme xmlns:a="http://schemas.openxmlformats.org/drawingml/2006/main" name="4">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23 UBE PPP_169_V3_entw1.pptx" id="{320F5B9C-A90C-49C1-B68C-6D1387B8CC7F}" vid="{3585EBC0-9BD4-4B94-BA7E-D99659FFC551}"/>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UniBE - Vorlage Praesentationen</Template>
  <TotalTime>7414</TotalTime>
  <Words>2397</Words>
  <Application>Microsoft Office PowerPoint</Application>
  <PresentationFormat>On-screen Show (16:9)</PresentationFormat>
  <Paragraphs>190</Paragraphs>
  <Slides>21</Slides>
  <Notes>19</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21</vt:i4>
      </vt:variant>
    </vt:vector>
  </HeadingPairs>
  <TitlesOfParts>
    <vt:vector size="28" baseType="lpstr">
      <vt:lpstr>Arial</vt:lpstr>
      <vt:lpstr>Calibri</vt:lpstr>
      <vt:lpstr>Symbol</vt:lpstr>
      <vt:lpstr>3_Office</vt:lpstr>
      <vt:lpstr>1_Office</vt:lpstr>
      <vt:lpstr>Ende</vt:lpstr>
      <vt:lpstr>4</vt:lpstr>
      <vt:lpstr>HIST-DAILY</vt:lpstr>
      <vt:lpstr>HIST-DAILY</vt:lpstr>
      <vt:lpstr>HIST-DAILY</vt:lpstr>
      <vt:lpstr>HIST-DAILY</vt:lpstr>
      <vt:lpstr>HIST-DAILY</vt:lpstr>
      <vt:lpstr>HIST-DAILY</vt:lpstr>
      <vt:lpstr>HIST-DAILY</vt:lpstr>
      <vt:lpstr>HIST-DAILY </vt:lpstr>
      <vt:lpstr>HIST-DAILY </vt:lpstr>
      <vt:lpstr>HIST-DAILY </vt:lpstr>
      <vt:lpstr>HIST-DAILY</vt:lpstr>
      <vt:lpstr>HIST-DAILY</vt:lpstr>
      <vt:lpstr>HIST-DAILY</vt:lpstr>
      <vt:lpstr>HIST-DAILY</vt:lpstr>
      <vt:lpstr>HIST-DAILY</vt:lpstr>
      <vt:lpstr>HIST-DAILY</vt:lpstr>
      <vt:lpstr>HIST-DAILY</vt:lpstr>
      <vt:lpstr>HIST-DAILY</vt:lpstr>
      <vt:lpstr>HIST-DAILY</vt:lpstr>
      <vt:lpstr>HIST-DAILY</vt:lpstr>
      <vt:lpstr>HIST-DAILY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Scholl, André (IWI)</dc:creator>
  <cp:lastModifiedBy>Corbella Alcantara, Carlota (GIUB)</cp:lastModifiedBy>
  <cp:revision>95</cp:revision>
  <dcterms:created xsi:type="dcterms:W3CDTF">2021-06-29T15:00:13Z</dcterms:created>
  <dcterms:modified xsi:type="dcterms:W3CDTF">2026-09-14T07:57:52Z</dcterms:modified>
</cp:coreProperties>
</file>